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59"/>
  </p:notesMasterIdLst>
  <p:sldIdLst>
    <p:sldId id="256" r:id="rId2"/>
    <p:sldId id="553" r:id="rId3"/>
    <p:sldId id="554" r:id="rId4"/>
    <p:sldId id="555" r:id="rId5"/>
    <p:sldId id="445" r:id="rId6"/>
    <p:sldId id="415" r:id="rId7"/>
    <p:sldId id="334" r:id="rId8"/>
    <p:sldId id="528" r:id="rId9"/>
    <p:sldId id="529" r:id="rId10"/>
    <p:sldId id="530" r:id="rId11"/>
    <p:sldId id="292" r:id="rId12"/>
    <p:sldId id="498" r:id="rId13"/>
    <p:sldId id="598" r:id="rId14"/>
    <p:sldId id="600" r:id="rId15"/>
    <p:sldId id="497" r:id="rId16"/>
    <p:sldId id="513" r:id="rId17"/>
    <p:sldId id="496" r:id="rId18"/>
    <p:sldId id="499" r:id="rId19"/>
    <p:sldId id="494" r:id="rId20"/>
    <p:sldId id="532" r:id="rId21"/>
    <p:sldId id="493" r:id="rId22"/>
    <p:sldId id="556" r:id="rId23"/>
    <p:sldId id="587" r:id="rId24"/>
    <p:sldId id="597" r:id="rId25"/>
    <p:sldId id="557" r:id="rId26"/>
    <p:sldId id="596" r:id="rId27"/>
    <p:sldId id="589" r:id="rId28"/>
    <p:sldId id="588" r:id="rId29"/>
    <p:sldId id="591" r:id="rId30"/>
    <p:sldId id="592" r:id="rId31"/>
    <p:sldId id="559" r:id="rId32"/>
    <p:sldId id="593" r:id="rId33"/>
    <p:sldId id="562" r:id="rId34"/>
    <p:sldId id="565" r:id="rId35"/>
    <p:sldId id="561" r:id="rId36"/>
    <p:sldId id="564" r:id="rId37"/>
    <p:sldId id="566" r:id="rId38"/>
    <p:sldId id="563" r:id="rId39"/>
    <p:sldId id="568" r:id="rId40"/>
    <p:sldId id="567" r:id="rId41"/>
    <p:sldId id="594" r:id="rId42"/>
    <p:sldId id="595" r:id="rId43"/>
    <p:sldId id="586" r:id="rId44"/>
    <p:sldId id="571" r:id="rId45"/>
    <p:sldId id="575" r:id="rId46"/>
    <p:sldId id="576" r:id="rId47"/>
    <p:sldId id="577" r:id="rId48"/>
    <p:sldId id="578" r:id="rId49"/>
    <p:sldId id="574" r:id="rId50"/>
    <p:sldId id="579" r:id="rId51"/>
    <p:sldId id="580" r:id="rId52"/>
    <p:sldId id="581" r:id="rId53"/>
    <p:sldId id="583" r:id="rId54"/>
    <p:sldId id="585" r:id="rId55"/>
    <p:sldId id="584" r:id="rId56"/>
    <p:sldId id="505" r:id="rId57"/>
    <p:sldId id="503" r:id="rId5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FD2"/>
    <a:srgbClr val="000FBB"/>
    <a:srgbClr val="3C3ABA"/>
    <a:srgbClr val="C2281C"/>
    <a:srgbClr val="F00095"/>
    <a:srgbClr val="009500"/>
    <a:srgbClr val="859300"/>
    <a:srgbClr val="31005A"/>
    <a:srgbClr val="F7504F"/>
    <a:srgbClr val="AF90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09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230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D6048C-E83A-D84F-A8CA-AA9906D000BE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DDE9E-C6FA-9342-B14C-0CE1F3710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325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278A3-B711-0BC6-DA82-44206FBA7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0C9C4-C4D6-D57A-2A62-72DE1313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F21B3-345E-EFC2-A821-C43C8D3BD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2D41A1-4C6B-AD9B-9A84-FF8EEBB676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DE9E-C6FA-9342-B14C-0CE1F371082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340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AC878-3461-99B6-7CCF-26A36A5E9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031776-4320-6552-E7C7-4229D7DD1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08645-35E3-EB69-EF60-40C9E5078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1E906-FB50-041D-F51D-8E47A8553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DE9E-C6FA-9342-B14C-0CE1F371082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864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DE9E-C6FA-9342-B14C-0CE1F3710824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2DE9A-E4E5-E1BE-960B-13AF25CD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C185D3-3550-CF1C-F717-4E616FBFA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878DD1-7338-1941-3DB3-C4CE5A47A5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8B417-D64E-A156-A599-55F83CD00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DE9E-C6FA-9342-B14C-0CE1F371082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235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DDE9E-C6FA-9342-B14C-0CE1F3710824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961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0188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335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44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256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36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029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9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777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75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117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05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7"/>
            <a:ext cx="6858000" cy="165576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EA58A0-47E5-B440-9143-B0FA1EB9A7AB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8B68D16-0CE2-A544-AAE1-DE70B06D70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0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293610C8-DCDD-B566-3F9D-904B4DAB7299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689275" y="6254367"/>
            <a:ext cx="1063188" cy="25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708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7" Type="http://schemas.openxmlformats.org/officeDocument/2006/relationships/image" Target="../media/image5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0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0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0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20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2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21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2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22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12" Type="http://schemas.openxmlformats.org/officeDocument/2006/relationships/image" Target="../media/image2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11" Type="http://schemas.openxmlformats.org/officeDocument/2006/relationships/image" Target="../media/image31.png"/><Relationship Id="rId5" Type="http://schemas.openxmlformats.org/officeDocument/2006/relationships/image" Target="../media/image26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10" Type="http://schemas.openxmlformats.org/officeDocument/2006/relationships/image" Target="../media/image33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00BA99A-0D8C-4945-B5A3-82BAEF578B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5323" y="1895559"/>
            <a:ext cx="8653347" cy="1009569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High-Temperature Fermionic Gibbs States are Convex-Gaussian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3DCBD30-A8B2-FA4C-A1CE-EC971EE0B0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9402" y="3177572"/>
            <a:ext cx="6285187" cy="913136"/>
          </a:xfrm>
        </p:spPr>
        <p:txBody>
          <a:bodyPr>
            <a:normAutofit/>
          </a:bodyPr>
          <a:lstStyle/>
          <a:p>
            <a:r>
              <a:rPr lang="en-US" sz="1800" u="sng" dirty="0"/>
              <a:t>Akshar Ramkumar</a:t>
            </a:r>
            <a:r>
              <a:rPr lang="en-US" sz="1800" dirty="0"/>
              <a:t>, Yiyi Cai, Yu Tong, </a:t>
            </a:r>
            <a:r>
              <a:rPr lang="en-US" sz="1800" dirty="0" err="1"/>
              <a:t>Jiaqing</a:t>
            </a:r>
            <a:r>
              <a:rPr lang="en-US" sz="1800" dirty="0"/>
              <a:t> Jiang</a:t>
            </a:r>
            <a:endParaRPr lang="en-US" sz="18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ubtitle 6">
            <a:extLst>
              <a:ext uri="{FF2B5EF4-FFF2-40B4-BE49-F238E27FC236}">
                <a16:creationId xmlns:a16="http://schemas.microsoft.com/office/drawing/2014/main" id="{167B0113-D388-D040-976E-4642ABD47E8F}"/>
              </a:ext>
            </a:extLst>
          </p:cNvPr>
          <p:cNvSpPr txBox="1">
            <a:spLocks/>
          </p:cNvSpPr>
          <p:nvPr/>
        </p:nvSpPr>
        <p:spPr>
          <a:xfrm>
            <a:off x="-1524005" y="3460814"/>
            <a:ext cx="12192000" cy="913136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January 27, 2026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4FDEA0-0862-C746-AC12-E20785E8D94A}"/>
              </a:ext>
            </a:extLst>
          </p:cNvPr>
          <p:cNvCxnSpPr>
            <a:cxnSpLocks/>
          </p:cNvCxnSpPr>
          <p:nvPr/>
        </p:nvCxnSpPr>
        <p:spPr>
          <a:xfrm>
            <a:off x="4243242" y="2985138"/>
            <a:ext cx="588936" cy="0"/>
          </a:xfrm>
          <a:prstGeom prst="line">
            <a:avLst/>
          </a:prstGeom>
          <a:ln w="50800">
            <a:solidFill>
              <a:srgbClr val="FF6B0A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2">
            <a:extLst>
              <a:ext uri="{FF2B5EF4-FFF2-40B4-BE49-F238E27FC236}">
                <a16:creationId xmlns:a16="http://schemas.microsoft.com/office/drawing/2014/main" id="{D2A17E8B-372B-3DB4-3C30-E50F322F6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0155" y="4002620"/>
            <a:ext cx="2063635" cy="267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Yiyi Cai">
            <a:extLst>
              <a:ext uri="{FF2B5EF4-FFF2-40B4-BE49-F238E27FC236}">
                <a16:creationId xmlns:a16="http://schemas.microsoft.com/office/drawing/2014/main" id="{E5852116-4220-44AE-59E0-2654B7E2C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112" y="4008822"/>
            <a:ext cx="2002561" cy="2674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10">
            <a:extLst>
              <a:ext uri="{FF2B5EF4-FFF2-40B4-BE49-F238E27FC236}">
                <a16:creationId xmlns:a16="http://schemas.microsoft.com/office/drawing/2014/main" id="{F3F21521-EA05-75CF-391E-8A808192A0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304" y="4002774"/>
            <a:ext cx="2150336" cy="2680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65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C6AFE-4F63-F908-47F9-6C61FA111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5333-B40A-CE1A-5BDF-6FA25C719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F2C5A-0946-F202-2942-32CAE4388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Death of entanglement in spin systems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48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35967-3284-8256-CF4F-CFB7BA983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B58F2-F92D-CFD7-9440-3B906684D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147B1-7130-A5F6-E87F-BE635C906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Death of entanglement in spin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Fermionic systems</a:t>
            </a:r>
          </a:p>
          <a:p>
            <a:pPr lvl="1"/>
            <a:r>
              <a:rPr lang="en-US" dirty="0"/>
              <a:t>Convex-Gaussian states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456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F56E6-B9EA-8455-F44D-2EC01F144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EBAF8-588D-471F-4B43-DEC49768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FD0C6-4222-A3A6-85BD-3E80BA8D9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Death of entanglement in spin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Fermionic systems</a:t>
            </a:r>
          </a:p>
          <a:p>
            <a:pPr lvl="1"/>
            <a:r>
              <a:rPr lang="en-US" dirty="0"/>
              <a:t>Convex-Gaussian states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Proof ideas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6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AC5FD-4583-F394-3975-1B8A96F5A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3D80-85F4-0C90-4E1C-FFAA77B29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06AF3-D204-D8BF-8815-27349A88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Death of entanglement in spin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Fermionic systems</a:t>
            </a:r>
          </a:p>
          <a:p>
            <a:pPr lvl="1"/>
            <a:r>
              <a:rPr lang="en-US" dirty="0"/>
              <a:t>Convex-Gaussian states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Proof ideas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Future work</a:t>
            </a:r>
          </a:p>
          <a:p>
            <a:pPr lvl="1"/>
            <a:r>
              <a:rPr lang="en-US" dirty="0"/>
              <a:t>Open questions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8881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8E5-EB28-D2DF-C2CF-E1E01A4E0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Gibbs States</a:t>
            </a:r>
          </a:p>
        </p:txBody>
      </p:sp>
    </p:spTree>
    <p:extLst>
      <p:ext uri="{BB962C8B-B14F-4D97-AF65-F5344CB8AC3E}">
        <p14:creationId xmlns:p14="http://schemas.microsoft.com/office/powerpoint/2010/main" val="59806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DC98D-E308-290C-40E0-1FB96EDC3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4B6AA87-E07D-84E3-F6BA-E5EED1AF2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97" y="1553582"/>
            <a:ext cx="7150100" cy="3416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26E6A9-6A4F-0469-71DD-3A6396BB4D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Gibbs State of Hamiltonian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526E6A9-6A4F-0469-71DD-3A6396BB4D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3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D3A202-701C-FE80-3949-69B03CA0993A}"/>
                  </a:ext>
                </a:extLst>
              </p:cNvPr>
              <p:cNvSpPr txBox="1"/>
              <p:nvPr/>
            </p:nvSpPr>
            <p:spPr>
              <a:xfrm>
                <a:off x="3778145" y="1698209"/>
                <a:ext cx="2113014" cy="4833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 ~ </m:t>
                      </m:r>
                      <m:sSup>
                        <m:sSup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  <m:sSub>
                            <m:sSub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3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0DDC5F-E01E-D999-DD24-A718E0D17D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8145" y="1698209"/>
                <a:ext cx="2113014" cy="483337"/>
              </a:xfrm>
              <a:prstGeom prst="rect">
                <a:avLst/>
              </a:prstGeom>
              <a:blipFill>
                <a:blip r:embed="rId5"/>
                <a:stretch>
                  <a:fillRect l="-3593" t="-5128" r="-599" b="-35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D618E12E-65FB-9768-A980-4A5E30729909}"/>
              </a:ext>
            </a:extLst>
          </p:cNvPr>
          <p:cNvSpPr/>
          <p:nvPr/>
        </p:nvSpPr>
        <p:spPr>
          <a:xfrm>
            <a:off x="1611153" y="2611852"/>
            <a:ext cx="331213" cy="26418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BA514E-8727-F303-7773-FF8F0257ED3E}"/>
                  </a:ext>
                </a:extLst>
              </p:cNvPr>
              <p:cNvSpPr txBox="1"/>
              <p:nvPr/>
            </p:nvSpPr>
            <p:spPr>
              <a:xfrm>
                <a:off x="1132356" y="5201623"/>
                <a:ext cx="7316683" cy="9295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The Gibbs state, at </a:t>
                </a:r>
                <a:r>
                  <a:rPr lang="en-US" b="1" dirty="0"/>
                  <a:t>temperature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has probability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of being in state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7BA514E-8727-F303-7773-FF8F0257E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356" y="5201623"/>
                <a:ext cx="7316683" cy="929550"/>
              </a:xfrm>
              <a:prstGeom prst="rect">
                <a:avLst/>
              </a:prstGeom>
              <a:blipFill>
                <a:blip r:embed="rId6"/>
                <a:stretch>
                  <a:fillRect l="-867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:a16="http://schemas.microsoft.com/office/drawing/2014/main" id="{3FFEF7CF-A9FC-07D1-45FD-641DA23F1906}"/>
              </a:ext>
            </a:extLst>
          </p:cNvPr>
          <p:cNvSpPr/>
          <p:nvPr/>
        </p:nvSpPr>
        <p:spPr>
          <a:xfrm>
            <a:off x="1480225" y="2743942"/>
            <a:ext cx="593068" cy="62446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4C668D-E9D4-64C8-9AD8-690E3187B5A2}"/>
                  </a:ext>
                </a:extLst>
              </p:cNvPr>
              <p:cNvSpPr txBox="1"/>
              <p:nvPr/>
            </p:nvSpPr>
            <p:spPr>
              <a:xfrm>
                <a:off x="3066586" y="2657049"/>
                <a:ext cx="3233854" cy="9720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sub>
                      </m:sSub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sup>
                          </m:sSup>
                        </m:num>
                        <m:den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𝒕𝒓𝒂𝒄𝒆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  <m: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𝑯</m:t>
                              </m:r>
                            </m:sup>
                          </m:sSup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64C668D-E9D4-64C8-9AD8-690E3187B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6586" y="2657049"/>
                <a:ext cx="3233854" cy="972061"/>
              </a:xfrm>
              <a:prstGeom prst="rect">
                <a:avLst/>
              </a:prstGeom>
              <a:blipFill>
                <a:blip r:embed="rId7"/>
                <a:stretch>
                  <a:fillRect t="-1299" r="-781" b="-155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290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50E4E-B797-2D7A-66EB-12C281C5B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07064-AD09-5829-CEBF-6F9D30D9F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Gibbs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A1F29C-97C9-3E7F-7DA5-1431DB2C7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762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Gibbs state is the state of thermal equilibrium at temperature β</a:t>
            </a:r>
            <a:r>
              <a:rPr lang="en-US" baseline="30000" dirty="0"/>
              <a:t>-1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641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40758-6815-103B-73AF-E1B5BFF09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447C0-051C-161B-059B-72C8F90B6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Gibbs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CC2C3-1D6C-3527-8AAC-1B81902A3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762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Gibbs state is the state of thermal equilibrium at temperature β</a:t>
            </a:r>
            <a:r>
              <a:rPr lang="en-US" baseline="30000" dirty="0"/>
              <a:t>-1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 very low temperatures, the Gibbs state will be close to the </a:t>
            </a:r>
            <a:r>
              <a:rPr lang="en-US" i="1" dirty="0"/>
              <a:t>ground state</a:t>
            </a:r>
            <a:r>
              <a:rPr lang="en-US" dirty="0"/>
              <a:t> of the system.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2081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7B3D3-22AE-1A78-744E-6D2B84B54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15A46-04F5-119E-4CEA-5C0A6B081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Gibbs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D735F-4620-DBDB-D937-80A60972C6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762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Gibbs state is the state of thermal equilibrium at temperature β</a:t>
            </a:r>
            <a:r>
              <a:rPr lang="en-US" baseline="30000" dirty="0"/>
              <a:t>-1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 very low temperatures, the Gibbs state will be close to the </a:t>
            </a:r>
            <a:r>
              <a:rPr lang="en-US" i="1" dirty="0"/>
              <a:t>ground state</a:t>
            </a:r>
            <a:r>
              <a:rPr lang="en-US" dirty="0"/>
              <a:t> of the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Meanwhile, at high temperatures, the Gibbs state is the maximally mixed state. 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095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CE28B-4CE9-ED0C-037B-F78D38B10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the Gibbs state?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188FE-CDA4-D23A-C6A4-7638885A7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87625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The Gibbs state is the state of thermal equilibrium at temperature β</a:t>
            </a:r>
            <a:r>
              <a:rPr lang="en-US" baseline="30000" dirty="0"/>
              <a:t>-1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At very low temperatures, the Gibbs state will be close to the </a:t>
            </a:r>
            <a:r>
              <a:rPr lang="en-US" i="1" dirty="0"/>
              <a:t>ground state</a:t>
            </a:r>
            <a:r>
              <a:rPr lang="en-US" dirty="0"/>
              <a:t> of the system.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Meanwhile, at high temperatures, the Gibbs state is the maximally mixed state.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 what temperatures are Gibbs states…</a:t>
            </a:r>
          </a:p>
          <a:p>
            <a:pPr lvl="1"/>
            <a:r>
              <a:rPr lang="en-US" dirty="0"/>
              <a:t>Quantumly preparable? </a:t>
            </a:r>
          </a:p>
          <a:p>
            <a:pPr lvl="1"/>
            <a:r>
              <a:rPr lang="en-US" dirty="0"/>
              <a:t>Classically preparable? </a:t>
            </a:r>
          </a:p>
          <a:p>
            <a:pPr lvl="1"/>
            <a:r>
              <a:rPr lang="en-US" dirty="0"/>
              <a:t>Entangled?</a:t>
            </a:r>
          </a:p>
          <a:p>
            <a:pPr lvl="1"/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  <p:pic>
        <p:nvPicPr>
          <p:cNvPr id="5" name="Graphic 4" descr="Atom with solid fill">
            <a:extLst>
              <a:ext uri="{FF2B5EF4-FFF2-40B4-BE49-F238E27FC236}">
                <a16:creationId xmlns:a16="http://schemas.microsoft.com/office/drawing/2014/main" id="{8DE64A65-BEE3-BD19-7FB0-8C4AC5E6C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7110" y="4935510"/>
            <a:ext cx="449705" cy="449705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5D3B195C-B548-65E1-94E2-EC3EF45FAA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99615" y="5340246"/>
            <a:ext cx="449706" cy="449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41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E4B8-39BB-5B2A-10BA-8FEC26D7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Unentangled States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98F7D6C-1910-E197-953E-74B172B5C944}"/>
              </a:ext>
            </a:extLst>
          </p:cNvPr>
          <p:cNvSpPr/>
          <p:nvPr/>
        </p:nvSpPr>
        <p:spPr>
          <a:xfrm>
            <a:off x="2582703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2D7B0C-6928-2B97-8FA5-AC7078F00EAC}"/>
              </a:ext>
            </a:extLst>
          </p:cNvPr>
          <p:cNvSpPr/>
          <p:nvPr/>
        </p:nvSpPr>
        <p:spPr>
          <a:xfrm>
            <a:off x="3181152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A3DAF6-24A2-63EF-5D62-3704C5B6AE5E}"/>
              </a:ext>
            </a:extLst>
          </p:cNvPr>
          <p:cNvSpPr/>
          <p:nvPr/>
        </p:nvSpPr>
        <p:spPr>
          <a:xfrm>
            <a:off x="3779601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040301-835A-5817-79AA-CB55E744E5B5}"/>
              </a:ext>
            </a:extLst>
          </p:cNvPr>
          <p:cNvSpPr/>
          <p:nvPr/>
        </p:nvSpPr>
        <p:spPr>
          <a:xfrm>
            <a:off x="4378050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90215F6-EEE7-A771-86E1-D810BAB60486}"/>
              </a:ext>
            </a:extLst>
          </p:cNvPr>
          <p:cNvSpPr/>
          <p:nvPr/>
        </p:nvSpPr>
        <p:spPr>
          <a:xfrm>
            <a:off x="4976499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ADB0AA5E-DDB6-AD9F-B326-2D9C204F4822}"/>
              </a:ext>
            </a:extLst>
          </p:cNvPr>
          <p:cNvSpPr/>
          <p:nvPr/>
        </p:nvSpPr>
        <p:spPr>
          <a:xfrm>
            <a:off x="2452566" y="2978560"/>
            <a:ext cx="355853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7FF6C03F-F102-E874-39A6-7B4A0DFC4E24}"/>
              </a:ext>
            </a:extLst>
          </p:cNvPr>
          <p:cNvSpPr/>
          <p:nvPr/>
        </p:nvSpPr>
        <p:spPr>
          <a:xfrm>
            <a:off x="3043581" y="2979217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3FAC3106-982A-B79E-2502-62EDB6484A66}"/>
              </a:ext>
            </a:extLst>
          </p:cNvPr>
          <p:cNvSpPr/>
          <p:nvPr/>
        </p:nvSpPr>
        <p:spPr>
          <a:xfrm>
            <a:off x="3644623" y="2978559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140EDB2-BAE9-A9D8-68FC-909E5F62206F}"/>
              </a:ext>
            </a:extLst>
          </p:cNvPr>
          <p:cNvSpPr txBox="1"/>
          <p:nvPr/>
        </p:nvSpPr>
        <p:spPr>
          <a:xfrm>
            <a:off x="2452566" y="264434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</a:t>
            </a:r>
            <a:endParaRPr lang="en-US" i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A9EDCB-485F-01EA-0AD5-AEB4E8D39318}"/>
              </a:ext>
            </a:extLst>
          </p:cNvPr>
          <p:cNvSpPr txBox="1"/>
          <p:nvPr/>
        </p:nvSpPr>
        <p:spPr>
          <a:xfrm>
            <a:off x="3051015" y="2632746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622FBB0-9304-9813-24D2-AE5E6643B486}"/>
              </a:ext>
            </a:extLst>
          </p:cNvPr>
          <p:cNvSpPr txBox="1"/>
          <p:nvPr/>
        </p:nvSpPr>
        <p:spPr>
          <a:xfrm>
            <a:off x="3643095" y="2632746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endParaRPr lang="en-US" i="1"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DC895381-8D78-0183-F1A2-CE7EDE62B483}"/>
              </a:ext>
            </a:extLst>
          </p:cNvPr>
          <p:cNvSpPr/>
          <p:nvPr/>
        </p:nvSpPr>
        <p:spPr>
          <a:xfrm>
            <a:off x="4245071" y="299016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F79E343-BB06-22F7-2FCD-A42E86DA8183}"/>
              </a:ext>
            </a:extLst>
          </p:cNvPr>
          <p:cNvSpPr txBox="1"/>
          <p:nvPr/>
        </p:nvSpPr>
        <p:spPr>
          <a:xfrm>
            <a:off x="4243543" y="264434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4</a:t>
            </a:r>
            <a:endParaRPr lang="en-US" i="1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AB696871-913F-AEAC-7C1D-1B9A7B3455F8}"/>
              </a:ext>
            </a:extLst>
          </p:cNvPr>
          <p:cNvSpPr/>
          <p:nvPr/>
        </p:nvSpPr>
        <p:spPr>
          <a:xfrm>
            <a:off x="4835152" y="299016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9A55D7A-C016-10AD-A102-4F318B3BEF7F}"/>
              </a:ext>
            </a:extLst>
          </p:cNvPr>
          <p:cNvSpPr txBox="1"/>
          <p:nvPr/>
        </p:nvSpPr>
        <p:spPr>
          <a:xfrm>
            <a:off x="4844585" y="264263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5</a:t>
            </a:r>
            <a:endParaRPr lang="en-US" i="1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8DB793A5-8B31-A3D1-1F72-FC84BBC305A6}"/>
              </a:ext>
            </a:extLst>
          </p:cNvPr>
          <p:cNvSpPr/>
          <p:nvPr/>
        </p:nvSpPr>
        <p:spPr>
          <a:xfrm>
            <a:off x="2580297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9B278A31-E8B2-A98F-D119-B202DF17B41F}"/>
              </a:ext>
            </a:extLst>
          </p:cNvPr>
          <p:cNvSpPr/>
          <p:nvPr/>
        </p:nvSpPr>
        <p:spPr>
          <a:xfrm>
            <a:off x="3178746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E9DE8C4-90E8-E365-E9C2-68A2844F6602}"/>
              </a:ext>
            </a:extLst>
          </p:cNvPr>
          <p:cNvSpPr/>
          <p:nvPr/>
        </p:nvSpPr>
        <p:spPr>
          <a:xfrm>
            <a:off x="3777195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28574DFE-ED45-DEC9-ACB4-E37B654D96A6}"/>
              </a:ext>
            </a:extLst>
          </p:cNvPr>
          <p:cNvSpPr/>
          <p:nvPr/>
        </p:nvSpPr>
        <p:spPr>
          <a:xfrm>
            <a:off x="4375644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9827A15-9A85-99C2-9F8C-3A335F2EEFEC}"/>
              </a:ext>
            </a:extLst>
          </p:cNvPr>
          <p:cNvSpPr/>
          <p:nvPr/>
        </p:nvSpPr>
        <p:spPr>
          <a:xfrm>
            <a:off x="4974093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3D8B465C-E741-F059-378E-8E2A3F14272E}"/>
              </a:ext>
            </a:extLst>
          </p:cNvPr>
          <p:cNvSpPr/>
          <p:nvPr/>
        </p:nvSpPr>
        <p:spPr>
          <a:xfrm>
            <a:off x="2450160" y="3745873"/>
            <a:ext cx="355853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09ABB10A-84AB-DEA3-854C-11751440AD2D}"/>
              </a:ext>
            </a:extLst>
          </p:cNvPr>
          <p:cNvSpPr/>
          <p:nvPr/>
        </p:nvSpPr>
        <p:spPr>
          <a:xfrm>
            <a:off x="3041175" y="374653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ED5F551D-63DA-7EB6-EBF0-450F1CC8016A}"/>
              </a:ext>
            </a:extLst>
          </p:cNvPr>
          <p:cNvSpPr/>
          <p:nvPr/>
        </p:nvSpPr>
        <p:spPr>
          <a:xfrm>
            <a:off x="3642217" y="3745872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8F027EC5-8272-6DDB-26A8-18145A6466E8}"/>
              </a:ext>
            </a:extLst>
          </p:cNvPr>
          <p:cNvSpPr txBox="1"/>
          <p:nvPr/>
        </p:nvSpPr>
        <p:spPr>
          <a:xfrm>
            <a:off x="2450160" y="341166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6</a:t>
            </a:r>
            <a:endParaRPr lang="en-US" i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C381202-7461-D6E9-7BA8-8180207DB3ED}"/>
              </a:ext>
            </a:extLst>
          </p:cNvPr>
          <p:cNvSpPr txBox="1"/>
          <p:nvPr/>
        </p:nvSpPr>
        <p:spPr>
          <a:xfrm>
            <a:off x="3048609" y="3400059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7</a:t>
            </a:r>
            <a:endParaRPr lang="en-US" i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D3C0FDD-4019-FDD1-B6E7-8D42E8DD7D6C}"/>
              </a:ext>
            </a:extLst>
          </p:cNvPr>
          <p:cNvSpPr txBox="1"/>
          <p:nvPr/>
        </p:nvSpPr>
        <p:spPr>
          <a:xfrm>
            <a:off x="3640689" y="3400059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8</a:t>
            </a:r>
            <a:endParaRPr lang="en-US" i="1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37254AA9-058B-11DB-B495-1568C548DD6D}"/>
              </a:ext>
            </a:extLst>
          </p:cNvPr>
          <p:cNvSpPr/>
          <p:nvPr/>
        </p:nvSpPr>
        <p:spPr>
          <a:xfrm>
            <a:off x="4242665" y="3757473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3257F4A-3EA2-85FE-B055-D9F6EFB9D010}"/>
              </a:ext>
            </a:extLst>
          </p:cNvPr>
          <p:cNvSpPr txBox="1"/>
          <p:nvPr/>
        </p:nvSpPr>
        <p:spPr>
          <a:xfrm>
            <a:off x="4241137" y="341166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9</a:t>
            </a:r>
            <a:endParaRPr lang="en-US" i="1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497CE3BA-2C39-AA61-CBBA-C546F485CF47}"/>
              </a:ext>
            </a:extLst>
          </p:cNvPr>
          <p:cNvSpPr/>
          <p:nvPr/>
        </p:nvSpPr>
        <p:spPr>
          <a:xfrm>
            <a:off x="4832746" y="3757473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D979DA6-52C2-8BAF-EE32-791F6156A14D}"/>
              </a:ext>
            </a:extLst>
          </p:cNvPr>
          <p:cNvSpPr txBox="1"/>
          <p:nvPr/>
        </p:nvSpPr>
        <p:spPr>
          <a:xfrm>
            <a:off x="4804079" y="340995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10</a:t>
            </a:r>
            <a:endParaRPr lang="en-US" i="1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098D5F9-CC74-11C4-FF15-ABB308DBDE78}"/>
              </a:ext>
            </a:extLst>
          </p:cNvPr>
          <p:cNvCxnSpPr>
            <a:cxnSpLocks/>
          </p:cNvCxnSpPr>
          <p:nvPr/>
        </p:nvCxnSpPr>
        <p:spPr>
          <a:xfrm flipH="1" flipV="1">
            <a:off x="5340851" y="2895600"/>
            <a:ext cx="821352" cy="269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63557F1-B47D-48A5-185F-D9FAE7CA24D6}"/>
              </a:ext>
            </a:extLst>
          </p:cNvPr>
          <p:cNvCxnSpPr>
            <a:cxnSpLocks/>
          </p:cNvCxnSpPr>
          <p:nvPr/>
        </p:nvCxnSpPr>
        <p:spPr>
          <a:xfrm flipH="1">
            <a:off x="5340851" y="3165002"/>
            <a:ext cx="821352" cy="419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7BEDD088-9B4B-BF60-22CE-50601FDDB721}"/>
              </a:ext>
            </a:extLst>
          </p:cNvPr>
          <p:cNvSpPr txBox="1"/>
          <p:nvPr/>
        </p:nvSpPr>
        <p:spPr>
          <a:xfrm>
            <a:off x="6158647" y="2782669"/>
            <a:ext cx="2404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Commuting, spatially separated observables</a:t>
            </a:r>
          </a:p>
        </p:txBody>
      </p:sp>
      <p:pic>
        <p:nvPicPr>
          <p:cNvPr id="138" name="Picture 137">
            <a:extLst>
              <a:ext uri="{FF2B5EF4-FFF2-40B4-BE49-F238E27FC236}">
                <a16:creationId xmlns:a16="http://schemas.microsoft.com/office/drawing/2014/main" id="{E99162E4-9632-E9C1-67F2-BC48464A2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5717" y="1917909"/>
            <a:ext cx="4102954" cy="46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668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5147-B792-5EEA-8068-B50CD4BE6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F66C6-1507-EDC4-962A-91A87419E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Unentangled States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DD41D70-571D-A855-E5C5-16C92B3B7D6B}"/>
              </a:ext>
            </a:extLst>
          </p:cNvPr>
          <p:cNvSpPr/>
          <p:nvPr/>
        </p:nvSpPr>
        <p:spPr>
          <a:xfrm>
            <a:off x="2582703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1907F78-2E66-5133-2900-9FD57BC2B5FC}"/>
              </a:ext>
            </a:extLst>
          </p:cNvPr>
          <p:cNvSpPr/>
          <p:nvPr/>
        </p:nvSpPr>
        <p:spPr>
          <a:xfrm>
            <a:off x="3181152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2F9B94-2428-A885-F0EC-735ABEA44496}"/>
              </a:ext>
            </a:extLst>
          </p:cNvPr>
          <p:cNvSpPr/>
          <p:nvPr/>
        </p:nvSpPr>
        <p:spPr>
          <a:xfrm>
            <a:off x="3779601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BE7691-C00B-1A3A-4EC6-67ACCE0B6E51}"/>
              </a:ext>
            </a:extLst>
          </p:cNvPr>
          <p:cNvSpPr/>
          <p:nvPr/>
        </p:nvSpPr>
        <p:spPr>
          <a:xfrm>
            <a:off x="4378050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BD8CA9B-5816-FDF6-66D7-F5C3B4E3EF54}"/>
              </a:ext>
            </a:extLst>
          </p:cNvPr>
          <p:cNvSpPr/>
          <p:nvPr/>
        </p:nvSpPr>
        <p:spPr>
          <a:xfrm>
            <a:off x="4976499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4E931008-0A04-5835-5CF8-30B4C65774EE}"/>
              </a:ext>
            </a:extLst>
          </p:cNvPr>
          <p:cNvSpPr/>
          <p:nvPr/>
        </p:nvSpPr>
        <p:spPr>
          <a:xfrm>
            <a:off x="2452566" y="2978560"/>
            <a:ext cx="355853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61C228C5-D22B-82C3-4B38-4387F4BF2200}"/>
              </a:ext>
            </a:extLst>
          </p:cNvPr>
          <p:cNvSpPr/>
          <p:nvPr/>
        </p:nvSpPr>
        <p:spPr>
          <a:xfrm>
            <a:off x="3043581" y="2979217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EB88678-2CF0-382A-9A21-B2983BC43A0A}"/>
              </a:ext>
            </a:extLst>
          </p:cNvPr>
          <p:cNvSpPr/>
          <p:nvPr/>
        </p:nvSpPr>
        <p:spPr>
          <a:xfrm>
            <a:off x="3644623" y="2978559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38821DF-4690-529D-727C-D100AE04E0CB}"/>
              </a:ext>
            </a:extLst>
          </p:cNvPr>
          <p:cNvSpPr txBox="1"/>
          <p:nvPr/>
        </p:nvSpPr>
        <p:spPr>
          <a:xfrm>
            <a:off x="2452566" y="264434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</a:t>
            </a:r>
            <a:endParaRPr lang="en-US" i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B81EDD-8B5D-2ECC-5750-59F60128F973}"/>
              </a:ext>
            </a:extLst>
          </p:cNvPr>
          <p:cNvSpPr txBox="1"/>
          <p:nvPr/>
        </p:nvSpPr>
        <p:spPr>
          <a:xfrm>
            <a:off x="3051015" y="2632746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976FD25-58BF-BD58-B9E6-AD9BA7777C3D}"/>
              </a:ext>
            </a:extLst>
          </p:cNvPr>
          <p:cNvSpPr txBox="1"/>
          <p:nvPr/>
        </p:nvSpPr>
        <p:spPr>
          <a:xfrm>
            <a:off x="3643095" y="2632746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endParaRPr lang="en-US" i="1"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749DB540-9DBE-DD90-B198-D906D11E9AAA}"/>
              </a:ext>
            </a:extLst>
          </p:cNvPr>
          <p:cNvSpPr/>
          <p:nvPr/>
        </p:nvSpPr>
        <p:spPr>
          <a:xfrm>
            <a:off x="4245071" y="299016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EB77E13-A1AD-38D3-71BD-8CC19AC7C490}"/>
              </a:ext>
            </a:extLst>
          </p:cNvPr>
          <p:cNvSpPr txBox="1"/>
          <p:nvPr/>
        </p:nvSpPr>
        <p:spPr>
          <a:xfrm>
            <a:off x="4243543" y="264434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4</a:t>
            </a:r>
            <a:endParaRPr lang="en-US" i="1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70A68BE9-FB4B-F12B-345D-012EAA654604}"/>
              </a:ext>
            </a:extLst>
          </p:cNvPr>
          <p:cNvSpPr/>
          <p:nvPr/>
        </p:nvSpPr>
        <p:spPr>
          <a:xfrm>
            <a:off x="4835152" y="299016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ADEEC3B-1537-645F-1F92-521A375F0743}"/>
              </a:ext>
            </a:extLst>
          </p:cNvPr>
          <p:cNvSpPr txBox="1"/>
          <p:nvPr/>
        </p:nvSpPr>
        <p:spPr>
          <a:xfrm>
            <a:off x="4844585" y="264263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5</a:t>
            </a:r>
            <a:endParaRPr lang="en-US" i="1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A0161FBA-1056-3E6E-B372-2542C2BDF82F}"/>
              </a:ext>
            </a:extLst>
          </p:cNvPr>
          <p:cNvSpPr/>
          <p:nvPr/>
        </p:nvSpPr>
        <p:spPr>
          <a:xfrm>
            <a:off x="2580297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F99A47FA-DEA0-9B6F-EBEE-813BE7386696}"/>
              </a:ext>
            </a:extLst>
          </p:cNvPr>
          <p:cNvSpPr/>
          <p:nvPr/>
        </p:nvSpPr>
        <p:spPr>
          <a:xfrm>
            <a:off x="3178746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1FF988F2-34FC-8B34-D173-FC1EAB6F84DA}"/>
              </a:ext>
            </a:extLst>
          </p:cNvPr>
          <p:cNvSpPr/>
          <p:nvPr/>
        </p:nvSpPr>
        <p:spPr>
          <a:xfrm>
            <a:off x="3777195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C01C8BBE-879E-25FF-5B0C-51C79285CDA8}"/>
              </a:ext>
            </a:extLst>
          </p:cNvPr>
          <p:cNvSpPr/>
          <p:nvPr/>
        </p:nvSpPr>
        <p:spPr>
          <a:xfrm>
            <a:off x="4375644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B06618B9-7CD8-7F0D-21FE-6191389248F7}"/>
              </a:ext>
            </a:extLst>
          </p:cNvPr>
          <p:cNvSpPr/>
          <p:nvPr/>
        </p:nvSpPr>
        <p:spPr>
          <a:xfrm>
            <a:off x="4974093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C7D689C4-F9DE-1ED4-0078-9E09CA959581}"/>
              </a:ext>
            </a:extLst>
          </p:cNvPr>
          <p:cNvSpPr/>
          <p:nvPr/>
        </p:nvSpPr>
        <p:spPr>
          <a:xfrm>
            <a:off x="2450160" y="3745873"/>
            <a:ext cx="355853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F8930B4A-B9EE-C222-4D3C-F2DA5F9A3872}"/>
              </a:ext>
            </a:extLst>
          </p:cNvPr>
          <p:cNvSpPr/>
          <p:nvPr/>
        </p:nvSpPr>
        <p:spPr>
          <a:xfrm>
            <a:off x="3041175" y="374653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F847DAD-2366-07DA-D406-3B742B8E4C98}"/>
              </a:ext>
            </a:extLst>
          </p:cNvPr>
          <p:cNvSpPr/>
          <p:nvPr/>
        </p:nvSpPr>
        <p:spPr>
          <a:xfrm>
            <a:off x="3642217" y="3745872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9E3C6E7-E737-EAD6-3D1D-2D46D6DB5548}"/>
              </a:ext>
            </a:extLst>
          </p:cNvPr>
          <p:cNvSpPr txBox="1"/>
          <p:nvPr/>
        </p:nvSpPr>
        <p:spPr>
          <a:xfrm>
            <a:off x="2450160" y="341166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6</a:t>
            </a:r>
            <a:endParaRPr lang="en-US" i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FD9498-E2BE-3689-906A-4210F611B043}"/>
              </a:ext>
            </a:extLst>
          </p:cNvPr>
          <p:cNvSpPr txBox="1"/>
          <p:nvPr/>
        </p:nvSpPr>
        <p:spPr>
          <a:xfrm>
            <a:off x="3048609" y="3400059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7</a:t>
            </a:r>
            <a:endParaRPr lang="en-US" i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4D6C88-7B2B-7656-FF0A-E8102D4EC13A}"/>
              </a:ext>
            </a:extLst>
          </p:cNvPr>
          <p:cNvSpPr txBox="1"/>
          <p:nvPr/>
        </p:nvSpPr>
        <p:spPr>
          <a:xfrm>
            <a:off x="3640689" y="3400059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8</a:t>
            </a:r>
            <a:endParaRPr lang="en-US" i="1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4CEB346D-0D19-2F64-3C40-EDF6959478CB}"/>
              </a:ext>
            </a:extLst>
          </p:cNvPr>
          <p:cNvSpPr/>
          <p:nvPr/>
        </p:nvSpPr>
        <p:spPr>
          <a:xfrm>
            <a:off x="4242665" y="3757473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A5AB091-8D6F-EC05-B1B5-4A86B84C2DB2}"/>
              </a:ext>
            </a:extLst>
          </p:cNvPr>
          <p:cNvSpPr txBox="1"/>
          <p:nvPr/>
        </p:nvSpPr>
        <p:spPr>
          <a:xfrm>
            <a:off x="4241137" y="341166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9</a:t>
            </a:r>
            <a:endParaRPr lang="en-US" i="1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5398985A-7821-6E3B-00A2-7687F5564896}"/>
              </a:ext>
            </a:extLst>
          </p:cNvPr>
          <p:cNvSpPr/>
          <p:nvPr/>
        </p:nvSpPr>
        <p:spPr>
          <a:xfrm>
            <a:off x="4832746" y="3757473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D3F9982-AB1D-1799-6D35-D725EE65FA03}"/>
              </a:ext>
            </a:extLst>
          </p:cNvPr>
          <p:cNvSpPr txBox="1"/>
          <p:nvPr/>
        </p:nvSpPr>
        <p:spPr>
          <a:xfrm>
            <a:off x="4804079" y="340995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10</a:t>
            </a:r>
            <a:endParaRPr lang="en-US" i="1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8BF663BC-EDDD-9ED3-976E-A3D1980710AF}"/>
              </a:ext>
            </a:extLst>
          </p:cNvPr>
          <p:cNvCxnSpPr>
            <a:cxnSpLocks/>
          </p:cNvCxnSpPr>
          <p:nvPr/>
        </p:nvCxnSpPr>
        <p:spPr>
          <a:xfrm flipH="1" flipV="1">
            <a:off x="5340851" y="2895600"/>
            <a:ext cx="821352" cy="269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2EE6C8CB-E1D6-FF8A-1B94-A145F95B7A94}"/>
              </a:ext>
            </a:extLst>
          </p:cNvPr>
          <p:cNvCxnSpPr>
            <a:cxnSpLocks/>
          </p:cNvCxnSpPr>
          <p:nvPr/>
        </p:nvCxnSpPr>
        <p:spPr>
          <a:xfrm flipH="1">
            <a:off x="5340851" y="3165002"/>
            <a:ext cx="821352" cy="419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59C0C61A-ADCC-BDF4-1B26-65A6CD2292D0}"/>
              </a:ext>
            </a:extLst>
          </p:cNvPr>
          <p:cNvSpPr txBox="1"/>
          <p:nvPr/>
        </p:nvSpPr>
        <p:spPr>
          <a:xfrm>
            <a:off x="6158647" y="2782669"/>
            <a:ext cx="2404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Commuting, spatially separated observables</a:t>
            </a:r>
          </a:p>
        </p:txBody>
      </p:sp>
      <p:pic>
        <p:nvPicPr>
          <p:cNvPr id="5" name="Picture 4" descr="A black text with a line and dots&#10;&#10;AI-generated content may be incorrect.">
            <a:extLst>
              <a:ext uri="{FF2B5EF4-FFF2-40B4-BE49-F238E27FC236}">
                <a16:creationId xmlns:a16="http://schemas.microsoft.com/office/drawing/2014/main" id="{0762E5DB-A4C5-A115-DAE6-CBFEC9928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37" y="1628696"/>
            <a:ext cx="3985123" cy="91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44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12F2B-369C-66EF-8143-BDE1D651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9C16-C473-DDCD-F6C0-58C6E1AD2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Unentangled States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D49B88D-C9A8-74C8-1A1A-7FE2E46DCC83}"/>
              </a:ext>
            </a:extLst>
          </p:cNvPr>
          <p:cNvSpPr/>
          <p:nvPr/>
        </p:nvSpPr>
        <p:spPr>
          <a:xfrm>
            <a:off x="2582703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06A789D-B758-3D01-0746-65EA8223BD30}"/>
              </a:ext>
            </a:extLst>
          </p:cNvPr>
          <p:cNvSpPr/>
          <p:nvPr/>
        </p:nvSpPr>
        <p:spPr>
          <a:xfrm>
            <a:off x="3181152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D77490-2C5E-359A-A4C8-76A3D612AC43}"/>
              </a:ext>
            </a:extLst>
          </p:cNvPr>
          <p:cNvSpPr/>
          <p:nvPr/>
        </p:nvSpPr>
        <p:spPr>
          <a:xfrm>
            <a:off x="3779601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C78B580-6E4C-D313-5CB8-AA0E04CD58BD}"/>
              </a:ext>
            </a:extLst>
          </p:cNvPr>
          <p:cNvSpPr/>
          <p:nvPr/>
        </p:nvSpPr>
        <p:spPr>
          <a:xfrm>
            <a:off x="4378050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3B63403-0F4E-3E61-5906-58DBAD5DBB1E}"/>
              </a:ext>
            </a:extLst>
          </p:cNvPr>
          <p:cNvSpPr/>
          <p:nvPr/>
        </p:nvSpPr>
        <p:spPr>
          <a:xfrm>
            <a:off x="4976499" y="313248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FBED8FF8-4814-A17F-67A2-7FB0C5CC7F63}"/>
              </a:ext>
            </a:extLst>
          </p:cNvPr>
          <p:cNvSpPr/>
          <p:nvPr/>
        </p:nvSpPr>
        <p:spPr>
          <a:xfrm>
            <a:off x="2452566" y="2978560"/>
            <a:ext cx="355853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A158A826-F6AF-8E0F-CA98-771CB93B6F4E}"/>
              </a:ext>
            </a:extLst>
          </p:cNvPr>
          <p:cNvSpPr/>
          <p:nvPr/>
        </p:nvSpPr>
        <p:spPr>
          <a:xfrm>
            <a:off x="3043581" y="2979217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18F31582-F7C6-BD31-1565-79B613002F0A}"/>
              </a:ext>
            </a:extLst>
          </p:cNvPr>
          <p:cNvSpPr/>
          <p:nvPr/>
        </p:nvSpPr>
        <p:spPr>
          <a:xfrm>
            <a:off x="3644623" y="2978559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28CCE0-E90A-3BBF-2C63-053045D78CBD}"/>
              </a:ext>
            </a:extLst>
          </p:cNvPr>
          <p:cNvSpPr txBox="1"/>
          <p:nvPr/>
        </p:nvSpPr>
        <p:spPr>
          <a:xfrm>
            <a:off x="2452566" y="264434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</a:t>
            </a:r>
            <a:endParaRPr lang="en-US" i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BD4D23A-30E3-A6B4-B81C-2882A5196331}"/>
              </a:ext>
            </a:extLst>
          </p:cNvPr>
          <p:cNvSpPr txBox="1"/>
          <p:nvPr/>
        </p:nvSpPr>
        <p:spPr>
          <a:xfrm>
            <a:off x="3051015" y="2632746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2</a:t>
            </a:r>
            <a:endParaRPr lang="en-US" i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A5FBCE-FF83-74A9-DB86-25708DFA2BA6}"/>
              </a:ext>
            </a:extLst>
          </p:cNvPr>
          <p:cNvSpPr txBox="1"/>
          <p:nvPr/>
        </p:nvSpPr>
        <p:spPr>
          <a:xfrm>
            <a:off x="3643095" y="2632746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3</a:t>
            </a:r>
            <a:endParaRPr lang="en-US" i="1" dirty="0"/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F2E823D7-8039-551A-9B16-CA0FE183B914}"/>
              </a:ext>
            </a:extLst>
          </p:cNvPr>
          <p:cNvSpPr/>
          <p:nvPr/>
        </p:nvSpPr>
        <p:spPr>
          <a:xfrm>
            <a:off x="4245071" y="299016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96FB52-77BE-4D43-8D60-9F0ECCF0ECEA}"/>
              </a:ext>
            </a:extLst>
          </p:cNvPr>
          <p:cNvSpPr txBox="1"/>
          <p:nvPr/>
        </p:nvSpPr>
        <p:spPr>
          <a:xfrm>
            <a:off x="4243543" y="264434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4</a:t>
            </a:r>
            <a:endParaRPr lang="en-US" i="1" dirty="0"/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5DFD87A1-B00B-2B07-9C8E-0460F6478098}"/>
              </a:ext>
            </a:extLst>
          </p:cNvPr>
          <p:cNvSpPr/>
          <p:nvPr/>
        </p:nvSpPr>
        <p:spPr>
          <a:xfrm>
            <a:off x="4835152" y="299016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387624E-6698-B9B2-B0A0-6830B55C70C1}"/>
              </a:ext>
            </a:extLst>
          </p:cNvPr>
          <p:cNvSpPr txBox="1"/>
          <p:nvPr/>
        </p:nvSpPr>
        <p:spPr>
          <a:xfrm>
            <a:off x="4844585" y="2642637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5</a:t>
            </a:r>
            <a:endParaRPr lang="en-US" i="1" dirty="0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5E26AEF1-A19B-1B23-0046-01CEB2118CE1}"/>
              </a:ext>
            </a:extLst>
          </p:cNvPr>
          <p:cNvSpPr/>
          <p:nvPr/>
        </p:nvSpPr>
        <p:spPr>
          <a:xfrm>
            <a:off x="2580297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4CCEBC0A-7B73-9B5D-040B-971A40C91A6B}"/>
              </a:ext>
            </a:extLst>
          </p:cNvPr>
          <p:cNvSpPr/>
          <p:nvPr/>
        </p:nvSpPr>
        <p:spPr>
          <a:xfrm>
            <a:off x="3178746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FA83B614-FFFE-15D4-E14E-AB14806A3A7E}"/>
              </a:ext>
            </a:extLst>
          </p:cNvPr>
          <p:cNvSpPr/>
          <p:nvPr/>
        </p:nvSpPr>
        <p:spPr>
          <a:xfrm>
            <a:off x="3777195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9E26CD7-3ECC-E121-9EA0-6B0C97ADFCE4}"/>
              </a:ext>
            </a:extLst>
          </p:cNvPr>
          <p:cNvSpPr/>
          <p:nvPr/>
        </p:nvSpPr>
        <p:spPr>
          <a:xfrm>
            <a:off x="4375644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219C1635-C70F-5057-6B3E-E44E76698A8B}"/>
              </a:ext>
            </a:extLst>
          </p:cNvPr>
          <p:cNvSpPr/>
          <p:nvPr/>
        </p:nvSpPr>
        <p:spPr>
          <a:xfrm>
            <a:off x="4974093" y="389979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ounded Rectangle 95">
            <a:extLst>
              <a:ext uri="{FF2B5EF4-FFF2-40B4-BE49-F238E27FC236}">
                <a16:creationId xmlns:a16="http://schemas.microsoft.com/office/drawing/2014/main" id="{204B357E-0A8C-74FC-60DC-8741777108CF}"/>
              </a:ext>
            </a:extLst>
          </p:cNvPr>
          <p:cNvSpPr/>
          <p:nvPr/>
        </p:nvSpPr>
        <p:spPr>
          <a:xfrm>
            <a:off x="2450160" y="3745873"/>
            <a:ext cx="355853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ounded Rectangle 96">
            <a:extLst>
              <a:ext uri="{FF2B5EF4-FFF2-40B4-BE49-F238E27FC236}">
                <a16:creationId xmlns:a16="http://schemas.microsoft.com/office/drawing/2014/main" id="{3402D9B1-5815-D88B-567E-B0E8B1C759A5}"/>
              </a:ext>
            </a:extLst>
          </p:cNvPr>
          <p:cNvSpPr/>
          <p:nvPr/>
        </p:nvSpPr>
        <p:spPr>
          <a:xfrm>
            <a:off x="3041175" y="3746530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Rounded Rectangle 97">
            <a:extLst>
              <a:ext uri="{FF2B5EF4-FFF2-40B4-BE49-F238E27FC236}">
                <a16:creationId xmlns:a16="http://schemas.microsoft.com/office/drawing/2014/main" id="{15A4BF93-D3F9-D77C-1EFC-5334C0C0FB7F}"/>
              </a:ext>
            </a:extLst>
          </p:cNvPr>
          <p:cNvSpPr/>
          <p:nvPr/>
        </p:nvSpPr>
        <p:spPr>
          <a:xfrm>
            <a:off x="3642217" y="3745872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AF2113FF-5D85-C139-6B3B-B59489B71F82}"/>
              </a:ext>
            </a:extLst>
          </p:cNvPr>
          <p:cNvSpPr txBox="1"/>
          <p:nvPr/>
        </p:nvSpPr>
        <p:spPr>
          <a:xfrm>
            <a:off x="2450160" y="341166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6</a:t>
            </a:r>
            <a:endParaRPr lang="en-US" i="1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B7DA850-9EAA-272A-709B-5817EE418965}"/>
              </a:ext>
            </a:extLst>
          </p:cNvPr>
          <p:cNvSpPr txBox="1"/>
          <p:nvPr/>
        </p:nvSpPr>
        <p:spPr>
          <a:xfrm>
            <a:off x="3048609" y="3400059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7</a:t>
            </a:r>
            <a:endParaRPr lang="en-US" i="1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B8EA24E-8817-8DF2-28B9-802C86C4251A}"/>
              </a:ext>
            </a:extLst>
          </p:cNvPr>
          <p:cNvSpPr txBox="1"/>
          <p:nvPr/>
        </p:nvSpPr>
        <p:spPr>
          <a:xfrm>
            <a:off x="3640689" y="3400059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8</a:t>
            </a:r>
            <a:endParaRPr lang="en-US" i="1" dirty="0"/>
          </a:p>
        </p:txBody>
      </p:sp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B6BE27E4-A5B7-8A47-CD0F-459B8F590922}"/>
              </a:ext>
            </a:extLst>
          </p:cNvPr>
          <p:cNvSpPr/>
          <p:nvPr/>
        </p:nvSpPr>
        <p:spPr>
          <a:xfrm>
            <a:off x="4242665" y="3757473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647400C3-2289-282D-4E59-0AC2137DF098}"/>
              </a:ext>
            </a:extLst>
          </p:cNvPr>
          <p:cNvSpPr txBox="1"/>
          <p:nvPr/>
        </p:nvSpPr>
        <p:spPr>
          <a:xfrm>
            <a:off x="4241137" y="341166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9</a:t>
            </a:r>
            <a:endParaRPr lang="en-US" i="1" dirty="0"/>
          </a:p>
        </p:txBody>
      </p:sp>
      <p:sp>
        <p:nvSpPr>
          <p:cNvPr id="104" name="Rounded Rectangle 103">
            <a:extLst>
              <a:ext uri="{FF2B5EF4-FFF2-40B4-BE49-F238E27FC236}">
                <a16:creationId xmlns:a16="http://schemas.microsoft.com/office/drawing/2014/main" id="{1893C459-54CD-212A-B2BC-102C94DCBB31}"/>
              </a:ext>
            </a:extLst>
          </p:cNvPr>
          <p:cNvSpPr/>
          <p:nvPr/>
        </p:nvSpPr>
        <p:spPr>
          <a:xfrm>
            <a:off x="4832746" y="3757473"/>
            <a:ext cx="364352" cy="372887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BE5809F-F592-4C80-CDFA-3A872E723E2F}"/>
              </a:ext>
            </a:extLst>
          </p:cNvPr>
          <p:cNvSpPr txBox="1"/>
          <p:nvPr/>
        </p:nvSpPr>
        <p:spPr>
          <a:xfrm>
            <a:off x="4804079" y="3409950"/>
            <a:ext cx="817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A</a:t>
            </a:r>
            <a:r>
              <a:rPr lang="en-US" i="1" baseline="-25000" dirty="0"/>
              <a:t>10</a:t>
            </a:r>
            <a:endParaRPr lang="en-US" i="1" dirty="0"/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BF60F282-AA2F-B677-DDBA-102CF1DA2678}"/>
              </a:ext>
            </a:extLst>
          </p:cNvPr>
          <p:cNvCxnSpPr>
            <a:cxnSpLocks/>
          </p:cNvCxnSpPr>
          <p:nvPr/>
        </p:nvCxnSpPr>
        <p:spPr>
          <a:xfrm flipH="1" flipV="1">
            <a:off x="5340851" y="2895600"/>
            <a:ext cx="821352" cy="26940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F1273B9A-D041-5CAD-5699-548E6913041E}"/>
              </a:ext>
            </a:extLst>
          </p:cNvPr>
          <p:cNvCxnSpPr>
            <a:cxnSpLocks/>
          </p:cNvCxnSpPr>
          <p:nvPr/>
        </p:nvCxnSpPr>
        <p:spPr>
          <a:xfrm flipH="1">
            <a:off x="5340851" y="3165002"/>
            <a:ext cx="821352" cy="41972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AAAF7697-40F6-3A0E-B5D5-9161C00EA9DA}"/>
              </a:ext>
            </a:extLst>
          </p:cNvPr>
          <p:cNvSpPr txBox="1"/>
          <p:nvPr/>
        </p:nvSpPr>
        <p:spPr>
          <a:xfrm>
            <a:off x="6158647" y="2782669"/>
            <a:ext cx="24044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Commuting, spatially separated observables</a:t>
            </a:r>
          </a:p>
        </p:txBody>
      </p:sp>
      <p:pic>
        <p:nvPicPr>
          <p:cNvPr id="5" name="Picture 4" descr="A black text with a line and dots&#10;&#10;AI-generated content may be incorrect.">
            <a:extLst>
              <a:ext uri="{FF2B5EF4-FFF2-40B4-BE49-F238E27FC236}">
                <a16:creationId xmlns:a16="http://schemas.microsoft.com/office/drawing/2014/main" id="{B7DC6EBB-DAA0-0515-34DD-1E550FD1B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137" y="1628696"/>
            <a:ext cx="3985123" cy="916528"/>
          </a:xfrm>
          <a:prstGeom prst="rect">
            <a:avLst/>
          </a:prstGeom>
        </p:spPr>
      </p:pic>
      <p:pic>
        <p:nvPicPr>
          <p:cNvPr id="3" name="Picture 2" descr="A math equation with numbers and symbols&#10;&#10;AI-generated content may be incorrect.">
            <a:extLst>
              <a:ext uri="{FF2B5EF4-FFF2-40B4-BE49-F238E27FC236}">
                <a16:creationId xmlns:a16="http://schemas.microsoft.com/office/drawing/2014/main" id="{384E036E-5A26-905E-CAE9-4B54178AC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15" y="4609567"/>
            <a:ext cx="5343708" cy="96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9611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65355-ABBA-FE9E-F659-29F63E47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668F9593-9144-B847-E4AA-0B4A50DC8890}"/>
              </a:ext>
            </a:extLst>
          </p:cNvPr>
          <p:cNvSpPr/>
          <p:nvPr/>
        </p:nvSpPr>
        <p:spPr>
          <a:xfrm>
            <a:off x="2075277" y="1690689"/>
            <a:ext cx="4993446" cy="4993446"/>
          </a:xfrm>
          <a:prstGeom prst="ellipse">
            <a:avLst/>
          </a:prstGeom>
          <a:solidFill>
            <a:schemeClr val="accent1">
              <a:alpha val="4675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51BE5-D1C8-92CE-0549-071F9634A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are Gibbs states entangled?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783754D-4AB7-BC1E-6D8C-CB09033DB874}"/>
              </a:ext>
            </a:extLst>
          </p:cNvPr>
          <p:cNvSpPr/>
          <p:nvPr/>
        </p:nvSpPr>
        <p:spPr>
          <a:xfrm>
            <a:off x="3879761" y="3785427"/>
            <a:ext cx="1384478" cy="803969"/>
          </a:xfrm>
          <a:prstGeom prst="ellipse">
            <a:avLst/>
          </a:prstGeom>
          <a:solidFill>
            <a:schemeClr val="accent1">
              <a:alpha val="8373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E25F40-4B42-B761-8194-8C099A74BEB8}"/>
              </a:ext>
            </a:extLst>
          </p:cNvPr>
          <p:cNvSpPr txBox="1"/>
          <p:nvPr/>
        </p:nvSpPr>
        <p:spPr>
          <a:xfrm>
            <a:off x="3773058" y="1362772"/>
            <a:ext cx="207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states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AFF31A-4134-8DD9-856C-C0703781AC46}"/>
              </a:ext>
            </a:extLst>
          </p:cNvPr>
          <p:cNvSpPr txBox="1"/>
          <p:nvPr/>
        </p:nvSpPr>
        <p:spPr>
          <a:xfrm>
            <a:off x="4041065" y="3818079"/>
            <a:ext cx="194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separable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1596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AB4D6-AAB9-E922-0CC4-D36B2E874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E9AF02AD-6C6C-798F-1D03-0F1B9A784806}"/>
              </a:ext>
            </a:extLst>
          </p:cNvPr>
          <p:cNvSpPr/>
          <p:nvPr/>
        </p:nvSpPr>
        <p:spPr>
          <a:xfrm>
            <a:off x="2075277" y="1690689"/>
            <a:ext cx="4993446" cy="4993446"/>
          </a:xfrm>
          <a:prstGeom prst="ellipse">
            <a:avLst/>
          </a:prstGeom>
          <a:solidFill>
            <a:schemeClr val="accent1">
              <a:alpha val="4675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8A321C-3440-1DC4-6C1E-C9342480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are Gibbs states entangled?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81A64B-E134-CF42-DFCB-26CC15E54F8B}"/>
              </a:ext>
            </a:extLst>
          </p:cNvPr>
          <p:cNvSpPr/>
          <p:nvPr/>
        </p:nvSpPr>
        <p:spPr>
          <a:xfrm>
            <a:off x="3879761" y="3785427"/>
            <a:ext cx="1384478" cy="803969"/>
          </a:xfrm>
          <a:prstGeom prst="ellipse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B8ADB-03FA-89F9-33F1-6DBD53483899}"/>
              </a:ext>
            </a:extLst>
          </p:cNvPr>
          <p:cNvSpPr txBox="1"/>
          <p:nvPr/>
        </p:nvSpPr>
        <p:spPr>
          <a:xfrm>
            <a:off x="3773058" y="1362772"/>
            <a:ext cx="207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states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884BA0-531F-850B-9BDC-A718B8FC0FC2}"/>
              </a:ext>
            </a:extLst>
          </p:cNvPr>
          <p:cNvCxnSpPr>
            <a:cxnSpLocks/>
          </p:cNvCxnSpPr>
          <p:nvPr/>
        </p:nvCxnSpPr>
        <p:spPr>
          <a:xfrm>
            <a:off x="353995" y="5887845"/>
            <a:ext cx="1976609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069C0DEF-6CBD-3E36-DBFF-E749F0E5630D}"/>
              </a:ext>
            </a:extLst>
          </p:cNvPr>
          <p:cNvSpPr txBox="1"/>
          <p:nvPr/>
        </p:nvSpPr>
        <p:spPr>
          <a:xfrm>
            <a:off x="1173035" y="5921298"/>
            <a:ext cx="2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β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72B8E30-3647-B9D8-5678-9496523FD4A2}"/>
              </a:ext>
            </a:extLst>
          </p:cNvPr>
          <p:cNvSpPr/>
          <p:nvPr/>
        </p:nvSpPr>
        <p:spPr>
          <a:xfrm>
            <a:off x="336392" y="5845173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670E29-F900-9DFF-DD66-194ED74A91DA}"/>
              </a:ext>
            </a:extLst>
          </p:cNvPr>
          <p:cNvSpPr txBox="1"/>
          <p:nvPr/>
        </p:nvSpPr>
        <p:spPr>
          <a:xfrm>
            <a:off x="235179" y="5515910"/>
            <a:ext cx="29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ACFDDC-B56F-A2A4-569D-45C5A06700DB}"/>
              </a:ext>
            </a:extLst>
          </p:cNvPr>
          <p:cNvSpPr/>
          <p:nvPr/>
        </p:nvSpPr>
        <p:spPr>
          <a:xfrm>
            <a:off x="1878931" y="5842858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ECEFD55-0209-FCBD-13C3-F0121979FC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91" y="3016252"/>
            <a:ext cx="457443" cy="354021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674059D1-8872-398E-0628-B50A1AB84DDE}"/>
              </a:ext>
            </a:extLst>
          </p:cNvPr>
          <p:cNvSpPr/>
          <p:nvPr/>
        </p:nvSpPr>
        <p:spPr>
          <a:xfrm>
            <a:off x="3385676" y="3115522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F621BB-53A8-D9A0-C967-5FFDA8787D7A}"/>
              </a:ext>
            </a:extLst>
          </p:cNvPr>
          <p:cNvSpPr txBox="1"/>
          <p:nvPr/>
        </p:nvSpPr>
        <p:spPr>
          <a:xfrm>
            <a:off x="4041065" y="3818079"/>
            <a:ext cx="194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separable</a:t>
            </a:r>
          </a:p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E4269F2-0810-67E3-E03F-DCA6EAC8D5DD}"/>
              </a:ext>
            </a:extLst>
          </p:cNvPr>
          <p:cNvSpPr/>
          <p:nvPr/>
        </p:nvSpPr>
        <p:spPr>
          <a:xfrm>
            <a:off x="853119" y="5845100"/>
            <a:ext cx="80139" cy="80139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37A800-2599-8F19-5C39-E5D8B79F5455}"/>
              </a:ext>
            </a:extLst>
          </p:cNvPr>
          <p:cNvSpPr txBox="1"/>
          <p:nvPr/>
        </p:nvSpPr>
        <p:spPr>
          <a:xfrm>
            <a:off x="715695" y="5438302"/>
            <a:ext cx="43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β</a:t>
            </a:r>
            <a:r>
              <a:rPr lang="en-US" b="1" baseline="-25000" dirty="0"/>
              <a:t>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85336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3CC33-AE29-5EE4-2231-76EA3F8F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55D826F-77E1-BFD9-FD8F-1B46779B25B6}"/>
              </a:ext>
            </a:extLst>
          </p:cNvPr>
          <p:cNvSpPr/>
          <p:nvPr/>
        </p:nvSpPr>
        <p:spPr>
          <a:xfrm>
            <a:off x="2075277" y="1690689"/>
            <a:ext cx="4993446" cy="4993446"/>
          </a:xfrm>
          <a:prstGeom prst="ellipse">
            <a:avLst/>
          </a:prstGeom>
          <a:solidFill>
            <a:schemeClr val="accent1">
              <a:alpha val="4675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C4668-2B12-09AF-1B27-649CC896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are Gibbs states entangled?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4801012-34D5-E1D1-AE62-190FCDF95E01}"/>
              </a:ext>
            </a:extLst>
          </p:cNvPr>
          <p:cNvSpPr/>
          <p:nvPr/>
        </p:nvSpPr>
        <p:spPr>
          <a:xfrm>
            <a:off x="3879761" y="3785427"/>
            <a:ext cx="1384478" cy="803969"/>
          </a:xfrm>
          <a:prstGeom prst="ellipse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B89927-6BEB-B4AA-B5D3-9C6D71B4EE0B}"/>
              </a:ext>
            </a:extLst>
          </p:cNvPr>
          <p:cNvSpPr txBox="1"/>
          <p:nvPr/>
        </p:nvSpPr>
        <p:spPr>
          <a:xfrm>
            <a:off x="3773058" y="1362772"/>
            <a:ext cx="207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states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5419CA0-C974-A1D0-6402-A826FD4CF0D3}"/>
              </a:ext>
            </a:extLst>
          </p:cNvPr>
          <p:cNvCxnSpPr>
            <a:cxnSpLocks/>
          </p:cNvCxnSpPr>
          <p:nvPr/>
        </p:nvCxnSpPr>
        <p:spPr>
          <a:xfrm>
            <a:off x="353995" y="5887845"/>
            <a:ext cx="1976609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C695545-3174-7D4F-42F9-397030B32274}"/>
              </a:ext>
            </a:extLst>
          </p:cNvPr>
          <p:cNvSpPr txBox="1"/>
          <p:nvPr/>
        </p:nvSpPr>
        <p:spPr>
          <a:xfrm>
            <a:off x="1173035" y="5921298"/>
            <a:ext cx="2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β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EECF770-5948-066C-DC19-79AB37C0F500}"/>
              </a:ext>
            </a:extLst>
          </p:cNvPr>
          <p:cNvSpPr/>
          <p:nvPr/>
        </p:nvSpPr>
        <p:spPr>
          <a:xfrm>
            <a:off x="336392" y="5845173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534B52-315F-FE7C-8395-5D887050B6DE}"/>
              </a:ext>
            </a:extLst>
          </p:cNvPr>
          <p:cNvSpPr txBox="1"/>
          <p:nvPr/>
        </p:nvSpPr>
        <p:spPr>
          <a:xfrm>
            <a:off x="235179" y="5515910"/>
            <a:ext cx="29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B596DBF-010E-E4D3-08DB-8D4ECABDF0C7}"/>
              </a:ext>
            </a:extLst>
          </p:cNvPr>
          <p:cNvSpPr/>
          <p:nvPr/>
        </p:nvSpPr>
        <p:spPr>
          <a:xfrm>
            <a:off x="1878931" y="5842858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857B4AB-B022-C185-08EF-991B63CC5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591" y="3016252"/>
            <a:ext cx="457443" cy="354021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CD3A2120-9728-4F27-E162-4B69BD52F222}"/>
              </a:ext>
            </a:extLst>
          </p:cNvPr>
          <p:cNvSpPr/>
          <p:nvPr/>
        </p:nvSpPr>
        <p:spPr>
          <a:xfrm>
            <a:off x="3385676" y="3115522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12AA54-0322-844A-A783-A6067104EAD2}"/>
              </a:ext>
            </a:extLst>
          </p:cNvPr>
          <p:cNvSpPr txBox="1"/>
          <p:nvPr/>
        </p:nvSpPr>
        <p:spPr>
          <a:xfrm>
            <a:off x="4041065" y="3818079"/>
            <a:ext cx="194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separable</a:t>
            </a:r>
          </a:p>
          <a:p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F2B2539-A8F0-F694-EFA7-209B02B3ACA8}"/>
              </a:ext>
            </a:extLst>
          </p:cNvPr>
          <p:cNvSpPr/>
          <p:nvPr/>
        </p:nvSpPr>
        <p:spPr>
          <a:xfrm>
            <a:off x="853119" y="5845100"/>
            <a:ext cx="80139" cy="80139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9B5F11-EEE2-E01B-BC7E-47F6BDB81A35}"/>
              </a:ext>
            </a:extLst>
          </p:cNvPr>
          <p:cNvSpPr txBox="1"/>
          <p:nvPr/>
        </p:nvSpPr>
        <p:spPr>
          <a:xfrm>
            <a:off x="715695" y="5438302"/>
            <a:ext cx="43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β</a:t>
            </a:r>
            <a:r>
              <a:rPr lang="en-US" b="1" baseline="-25000" dirty="0"/>
              <a:t>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360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L -0.16892 0 " pathEditMode="relative" ptsTypes="AA">
                                      <p:cBhvr>
                                        <p:cTn id="6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C 0.00277 -0.00162 0.00555 -0.00347 0.0085 -0.00486 C 0.00972 -0.00556 0.01093 -0.00648 0.01232 -0.00648 C 0.01718 -0.00648 0.02205 -0.00556 0.02708 -0.00486 C 0.0283 -0.00394 0.02968 -0.00301 0.03073 -0.00162 C 0.03368 0.00162 0.03836 0.0088 0.03941 0.01319 C 0.04114 0.01991 0.03993 0.01667 0.04305 0.02292 L 0.04548 0.03287 C 0.046 0.03449 0.04652 0.03611 0.04687 0.03773 C 0.04722 0.04005 0.04757 0.04213 0.04809 0.04444 C 0.04878 0.04769 0.04965 0.05093 0.05052 0.05417 L 0.05173 0.05926 L 0.05781 0.0838 L 0.06284 0.1037 L 0.06406 0.10856 C 0.06441 0.11019 0.06458 0.11204 0.06527 0.11343 C 0.06614 0.11505 0.06701 0.11667 0.06771 0.11852 C 0.0684 0.11991 0.0684 0.12176 0.06892 0.12338 C 0.07048 0.12685 0.07222 0.12986 0.07396 0.13333 C 0.07639 0.13819 0.07656 0.13912 0.08003 0.14306 C 0.08125 0.14444 0.08264 0.14514 0.08385 0.1463 C 0.08715 0.15 0.08732 0.15231 0.09114 0.15463 C 0.09357 0.15602 0.09618 0.15671 0.09861 0.15787 L 0.10607 0.16111 L 0.11336 0.16296 C 0.1276 0.16111 0.12378 0.16551 0.1283 0.15949 " pathEditMode="relative" ptsTypes="AAAAAAAAAAAAAAAAAAAAAAAAAA">
                                      <p:cBhvr>
                                        <p:cTn id="8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 C 0.00277 -0.00162 0.00555 -0.00347 0.0085 -0.00486 C 0.00972 -0.00556 0.01093 -0.00648 0.01232 -0.00648 C 0.01718 -0.00648 0.02205 -0.00556 0.02708 -0.00486 C 0.0283 -0.00394 0.02968 -0.00301 0.03073 -0.00162 C 0.03368 0.00162 0.03836 0.0088 0.03941 0.01319 C 0.04114 0.01991 0.03993 0.01667 0.04305 0.02292 L 0.04548 0.03287 C 0.046 0.03449 0.04652 0.03611 0.04687 0.03773 C 0.04722 0.04005 0.04757 0.04213 0.04809 0.04444 C 0.04878 0.04769 0.04965 0.05093 0.05052 0.05417 L 0.05173 0.05926 L 0.05781 0.0838 L 0.06284 0.1037 L 0.06406 0.10856 C 0.06441 0.11019 0.06458 0.11204 0.06527 0.11343 C 0.06614 0.11505 0.06701 0.11667 0.06771 0.11852 C 0.0684 0.11991 0.0684 0.12176 0.06892 0.12338 C 0.07048 0.12685 0.07222 0.12986 0.07396 0.13333 C 0.07639 0.13819 0.07656 0.13912 0.08003 0.14306 C 0.08125 0.14444 0.08264 0.14514 0.08385 0.1463 C 0.08715 0.15 0.08732 0.15231 0.09114 0.15463 C 0.09357 0.15602 0.09618 0.15671 0.09861 0.15787 L 0.10607 0.16111 L 0.11336 0.16296 C 0.1276 0.16111 0.12378 0.16551 0.1283 0.15949 " pathEditMode="relative" ptsTypes="AAAAAAAAAAAAAAAAAAAAAAAAAA">
                                      <p:cBhvr>
                                        <p:cTn id="1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D79EF-C6F8-6100-F421-9B3C6B29A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F8AF6A-8CEB-0D96-4611-4CD6B9278717}"/>
              </a:ext>
            </a:extLst>
          </p:cNvPr>
          <p:cNvCxnSpPr>
            <a:cxnSpLocks/>
          </p:cNvCxnSpPr>
          <p:nvPr/>
        </p:nvCxnSpPr>
        <p:spPr>
          <a:xfrm>
            <a:off x="353995" y="5887845"/>
            <a:ext cx="1976609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D3D352C5-A9B8-BADF-6F81-3C6A0BAC2BAC}"/>
              </a:ext>
            </a:extLst>
          </p:cNvPr>
          <p:cNvSpPr/>
          <p:nvPr/>
        </p:nvSpPr>
        <p:spPr>
          <a:xfrm>
            <a:off x="853119" y="5845100"/>
            <a:ext cx="80139" cy="80139"/>
          </a:xfrm>
          <a:prstGeom prst="ellipse">
            <a:avLst/>
          </a:prstGeom>
          <a:solidFill>
            <a:srgbClr val="FF0000"/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9B4EAF-ED1E-182B-B278-135A4C2E603B}"/>
              </a:ext>
            </a:extLst>
          </p:cNvPr>
          <p:cNvSpPr txBox="1"/>
          <p:nvPr/>
        </p:nvSpPr>
        <p:spPr>
          <a:xfrm>
            <a:off x="715695" y="5438302"/>
            <a:ext cx="43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β</a:t>
            </a:r>
            <a:r>
              <a:rPr lang="en-US" b="1" baseline="-25000" dirty="0"/>
              <a:t>s</a:t>
            </a:r>
            <a:endParaRPr lang="en-US" b="1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864004-A1AE-1384-D06D-F92A67772389}"/>
              </a:ext>
            </a:extLst>
          </p:cNvPr>
          <p:cNvSpPr/>
          <p:nvPr/>
        </p:nvSpPr>
        <p:spPr>
          <a:xfrm>
            <a:off x="2075277" y="1690689"/>
            <a:ext cx="4993446" cy="4993446"/>
          </a:xfrm>
          <a:prstGeom prst="ellipse">
            <a:avLst/>
          </a:prstGeom>
          <a:solidFill>
            <a:schemeClr val="accent1">
              <a:alpha val="4675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A12627-D6FA-D5EF-9BAC-B86AA63B7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So… are Gibbs states entangled?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58D42BE-EC88-1CCA-0323-496F869456A3}"/>
              </a:ext>
            </a:extLst>
          </p:cNvPr>
          <p:cNvSpPr/>
          <p:nvPr/>
        </p:nvSpPr>
        <p:spPr>
          <a:xfrm>
            <a:off x="3879761" y="3785427"/>
            <a:ext cx="1384478" cy="803969"/>
          </a:xfrm>
          <a:prstGeom prst="ellipse">
            <a:avLst/>
          </a:prstGeom>
          <a:solidFill>
            <a:schemeClr val="accent1">
              <a:alpha val="8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5BBABD-6E06-723E-2025-99CCD17D8C23}"/>
              </a:ext>
            </a:extLst>
          </p:cNvPr>
          <p:cNvSpPr txBox="1"/>
          <p:nvPr/>
        </p:nvSpPr>
        <p:spPr>
          <a:xfrm>
            <a:off x="3773058" y="1362772"/>
            <a:ext cx="207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Quantum states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02E65-B66C-2A27-52E2-B917C587F316}"/>
              </a:ext>
            </a:extLst>
          </p:cNvPr>
          <p:cNvSpPr txBox="1"/>
          <p:nvPr/>
        </p:nvSpPr>
        <p:spPr>
          <a:xfrm>
            <a:off x="1173035" y="5921298"/>
            <a:ext cx="2766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β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9652C8F-1E18-793A-E30C-A74E65D70B26}"/>
              </a:ext>
            </a:extLst>
          </p:cNvPr>
          <p:cNvSpPr/>
          <p:nvPr/>
        </p:nvSpPr>
        <p:spPr>
          <a:xfrm>
            <a:off x="336392" y="5845173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EF5A2AB-AA61-A71A-E96D-06E9E7815406}"/>
              </a:ext>
            </a:extLst>
          </p:cNvPr>
          <p:cNvSpPr txBox="1"/>
          <p:nvPr/>
        </p:nvSpPr>
        <p:spPr>
          <a:xfrm>
            <a:off x="235179" y="5515910"/>
            <a:ext cx="296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D20C412-F9F7-C7EC-112C-673215B0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257" y="4106465"/>
            <a:ext cx="457443" cy="354021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9AE11B63-9F16-7BE3-5AE8-549037DF5A15}"/>
              </a:ext>
            </a:extLst>
          </p:cNvPr>
          <p:cNvSpPr/>
          <p:nvPr/>
        </p:nvSpPr>
        <p:spPr>
          <a:xfrm>
            <a:off x="4563342" y="4205735"/>
            <a:ext cx="80139" cy="80139"/>
          </a:xfrm>
          <a:prstGeom prst="ellipse">
            <a:avLst/>
          </a:prstGeom>
          <a:solidFill>
            <a:schemeClr val="tx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BC2AAA-D463-C924-37CB-173685FFF354}"/>
              </a:ext>
            </a:extLst>
          </p:cNvPr>
          <p:cNvSpPr txBox="1"/>
          <p:nvPr/>
        </p:nvSpPr>
        <p:spPr>
          <a:xfrm>
            <a:off x="4041065" y="3818079"/>
            <a:ext cx="19464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separable</a:t>
            </a:r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4D436A-551D-E931-E760-231791F87978}"/>
              </a:ext>
            </a:extLst>
          </p:cNvPr>
          <p:cNvSpPr/>
          <p:nvPr/>
        </p:nvSpPr>
        <p:spPr>
          <a:xfrm>
            <a:off x="278837" y="309467"/>
            <a:ext cx="8649148" cy="6465346"/>
          </a:xfrm>
          <a:prstGeom prst="rect">
            <a:avLst/>
          </a:prstGeom>
          <a:solidFill>
            <a:schemeClr val="bg1">
              <a:alpha val="911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09E2658-A048-5934-6D6B-EBB362D98171}"/>
              </a:ext>
            </a:extLst>
          </p:cNvPr>
          <p:cNvSpPr txBox="1"/>
          <p:nvPr/>
        </p:nvSpPr>
        <p:spPr>
          <a:xfrm>
            <a:off x="3298625" y="2337060"/>
            <a:ext cx="3020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Important!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AC3512-2F7C-EC8C-4F09-8702F2A6D9EA}"/>
              </a:ext>
            </a:extLst>
          </p:cNvPr>
          <p:cNvSpPr txBox="1"/>
          <p:nvPr/>
        </p:nvSpPr>
        <p:spPr>
          <a:xfrm>
            <a:off x="1293346" y="3013089"/>
            <a:ext cx="654651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For general systems, β</a:t>
            </a:r>
            <a:r>
              <a:rPr lang="en-US" sz="3200" baseline="-25000" dirty="0"/>
              <a:t>s</a:t>
            </a:r>
            <a:r>
              <a:rPr lang="en-US" sz="3200" baseline="30000" dirty="0"/>
              <a:t>-1</a:t>
            </a:r>
            <a:r>
              <a:rPr lang="en-US" sz="3200" dirty="0"/>
              <a:t> can have a poor dependence on system size.   </a:t>
            </a:r>
          </a:p>
        </p:txBody>
      </p:sp>
    </p:spTree>
    <p:extLst>
      <p:ext uri="{BB962C8B-B14F-4D97-AF65-F5344CB8AC3E}">
        <p14:creationId xmlns:p14="http://schemas.microsoft.com/office/powerpoint/2010/main" val="915248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E122D-4BEC-2030-D2CF-B67509531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Hamiltonians (</a:t>
            </a:r>
            <a:r>
              <a:rPr lang="en-US" i="1" dirty="0"/>
              <a:t>R, d</a:t>
            </a:r>
            <a:r>
              <a:rPr lang="en-US" dirty="0"/>
              <a:t>)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28D5FC7-B576-B5D7-A75B-C2934B3E6D4F}"/>
              </a:ext>
            </a:extLst>
          </p:cNvPr>
          <p:cNvSpPr/>
          <p:nvPr/>
        </p:nvSpPr>
        <p:spPr>
          <a:xfrm>
            <a:off x="2081982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305B3C-31C6-5D97-A3DA-CBBEA41050FE}"/>
              </a:ext>
            </a:extLst>
          </p:cNvPr>
          <p:cNvSpPr/>
          <p:nvPr/>
        </p:nvSpPr>
        <p:spPr>
          <a:xfrm>
            <a:off x="2680431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DC4CBA5-1C83-4185-8AAA-321921C34827}"/>
              </a:ext>
            </a:extLst>
          </p:cNvPr>
          <p:cNvSpPr/>
          <p:nvPr/>
        </p:nvSpPr>
        <p:spPr>
          <a:xfrm>
            <a:off x="3278880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B468C0C-D6DE-8F2E-B3A4-4EBBEB39C566}"/>
              </a:ext>
            </a:extLst>
          </p:cNvPr>
          <p:cNvSpPr/>
          <p:nvPr/>
        </p:nvSpPr>
        <p:spPr>
          <a:xfrm>
            <a:off x="3877329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338CEF-062F-6091-4A6B-769C8ADC0917}"/>
              </a:ext>
            </a:extLst>
          </p:cNvPr>
          <p:cNvSpPr/>
          <p:nvPr/>
        </p:nvSpPr>
        <p:spPr>
          <a:xfrm>
            <a:off x="4475778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6ED7B5-DC50-E694-3097-B662D2C23A70}"/>
              </a:ext>
            </a:extLst>
          </p:cNvPr>
          <p:cNvSpPr/>
          <p:nvPr/>
        </p:nvSpPr>
        <p:spPr>
          <a:xfrm>
            <a:off x="5074227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B888CD4-A8F2-DA7F-9A62-3C9139A30898}"/>
              </a:ext>
            </a:extLst>
          </p:cNvPr>
          <p:cNvSpPr/>
          <p:nvPr/>
        </p:nvSpPr>
        <p:spPr>
          <a:xfrm>
            <a:off x="5672676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83EB975-F4A5-C379-9980-A78FFA97F2AA}"/>
              </a:ext>
            </a:extLst>
          </p:cNvPr>
          <p:cNvSpPr/>
          <p:nvPr/>
        </p:nvSpPr>
        <p:spPr>
          <a:xfrm>
            <a:off x="6271125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A62D8F-4B16-899D-3154-1AD54755D80B}"/>
              </a:ext>
            </a:extLst>
          </p:cNvPr>
          <p:cNvSpPr/>
          <p:nvPr/>
        </p:nvSpPr>
        <p:spPr>
          <a:xfrm>
            <a:off x="6869574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62F890A-8F85-0A3D-F736-01076513CB24}"/>
              </a:ext>
            </a:extLst>
          </p:cNvPr>
          <p:cNvSpPr/>
          <p:nvPr/>
        </p:nvSpPr>
        <p:spPr>
          <a:xfrm>
            <a:off x="2081982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AC4E6F-2641-9496-E2DA-94E978F67495}"/>
              </a:ext>
            </a:extLst>
          </p:cNvPr>
          <p:cNvSpPr/>
          <p:nvPr/>
        </p:nvSpPr>
        <p:spPr>
          <a:xfrm>
            <a:off x="2680431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4E00AE-55D8-C4EA-8DE0-D791DDF4586F}"/>
              </a:ext>
            </a:extLst>
          </p:cNvPr>
          <p:cNvSpPr/>
          <p:nvPr/>
        </p:nvSpPr>
        <p:spPr>
          <a:xfrm>
            <a:off x="3278880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4C91E6-E2BC-8FE3-5AD2-32C5A72FF6E2}"/>
              </a:ext>
            </a:extLst>
          </p:cNvPr>
          <p:cNvSpPr/>
          <p:nvPr/>
        </p:nvSpPr>
        <p:spPr>
          <a:xfrm>
            <a:off x="3877329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92D619-6A91-856F-2504-32C30BE6409A}"/>
              </a:ext>
            </a:extLst>
          </p:cNvPr>
          <p:cNvSpPr/>
          <p:nvPr/>
        </p:nvSpPr>
        <p:spPr>
          <a:xfrm>
            <a:off x="4475778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3DD6459-EA87-291D-577A-04231626CB5E}"/>
              </a:ext>
            </a:extLst>
          </p:cNvPr>
          <p:cNvSpPr/>
          <p:nvPr/>
        </p:nvSpPr>
        <p:spPr>
          <a:xfrm>
            <a:off x="5074227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C63F14-EE0C-A66E-30C2-13ADA0CB11F3}"/>
              </a:ext>
            </a:extLst>
          </p:cNvPr>
          <p:cNvSpPr/>
          <p:nvPr/>
        </p:nvSpPr>
        <p:spPr>
          <a:xfrm>
            <a:off x="5672676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BE5157-DD0A-DC25-79BB-787EBD91AEDA}"/>
              </a:ext>
            </a:extLst>
          </p:cNvPr>
          <p:cNvSpPr/>
          <p:nvPr/>
        </p:nvSpPr>
        <p:spPr>
          <a:xfrm>
            <a:off x="6271125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11D8D6C-9C17-6D0B-292C-B7B7329BCA6C}"/>
              </a:ext>
            </a:extLst>
          </p:cNvPr>
          <p:cNvSpPr/>
          <p:nvPr/>
        </p:nvSpPr>
        <p:spPr>
          <a:xfrm>
            <a:off x="6869574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CD5D7E0-11C5-D5D4-7534-17B2637F7A5A}"/>
              </a:ext>
            </a:extLst>
          </p:cNvPr>
          <p:cNvSpPr/>
          <p:nvPr/>
        </p:nvSpPr>
        <p:spPr>
          <a:xfrm>
            <a:off x="2081982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BEA248-3DFA-3EC6-4A14-47C4299E6F49}"/>
              </a:ext>
            </a:extLst>
          </p:cNvPr>
          <p:cNvSpPr/>
          <p:nvPr/>
        </p:nvSpPr>
        <p:spPr>
          <a:xfrm>
            <a:off x="2680431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16837A4-E91E-354E-2721-72CCA045E0EE}"/>
              </a:ext>
            </a:extLst>
          </p:cNvPr>
          <p:cNvSpPr/>
          <p:nvPr/>
        </p:nvSpPr>
        <p:spPr>
          <a:xfrm>
            <a:off x="3278880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3E02D70-3A13-7F4F-4088-288B56A48332}"/>
              </a:ext>
            </a:extLst>
          </p:cNvPr>
          <p:cNvSpPr/>
          <p:nvPr/>
        </p:nvSpPr>
        <p:spPr>
          <a:xfrm>
            <a:off x="3877329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D2D10A3-EA72-7054-9949-7C4830EB1445}"/>
              </a:ext>
            </a:extLst>
          </p:cNvPr>
          <p:cNvSpPr/>
          <p:nvPr/>
        </p:nvSpPr>
        <p:spPr>
          <a:xfrm>
            <a:off x="4475778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38EA841-19ED-05DB-89F9-E40F33E9C484}"/>
              </a:ext>
            </a:extLst>
          </p:cNvPr>
          <p:cNvSpPr/>
          <p:nvPr/>
        </p:nvSpPr>
        <p:spPr>
          <a:xfrm>
            <a:off x="5074227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C63AA72-C884-0785-D2AE-F9A44A87BEE4}"/>
              </a:ext>
            </a:extLst>
          </p:cNvPr>
          <p:cNvSpPr/>
          <p:nvPr/>
        </p:nvSpPr>
        <p:spPr>
          <a:xfrm>
            <a:off x="5672676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CFD59BC-0DA7-1CCF-E685-7959C4202754}"/>
              </a:ext>
            </a:extLst>
          </p:cNvPr>
          <p:cNvSpPr/>
          <p:nvPr/>
        </p:nvSpPr>
        <p:spPr>
          <a:xfrm>
            <a:off x="6271125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932438D-452B-E388-15F3-D0D5C2F85C72}"/>
              </a:ext>
            </a:extLst>
          </p:cNvPr>
          <p:cNvSpPr/>
          <p:nvPr/>
        </p:nvSpPr>
        <p:spPr>
          <a:xfrm>
            <a:off x="6869574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C967AD82-45DC-7CDB-D28D-DA6FC1270AF6}"/>
              </a:ext>
            </a:extLst>
          </p:cNvPr>
          <p:cNvSpPr/>
          <p:nvPr/>
        </p:nvSpPr>
        <p:spPr>
          <a:xfrm>
            <a:off x="2081982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549AF84-BF48-26B6-99F8-2C269104F3BA}"/>
              </a:ext>
            </a:extLst>
          </p:cNvPr>
          <p:cNvSpPr/>
          <p:nvPr/>
        </p:nvSpPr>
        <p:spPr>
          <a:xfrm>
            <a:off x="2680431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6C26848-63BC-6B2D-847A-0728C57AE384}"/>
              </a:ext>
            </a:extLst>
          </p:cNvPr>
          <p:cNvSpPr/>
          <p:nvPr/>
        </p:nvSpPr>
        <p:spPr>
          <a:xfrm>
            <a:off x="3278880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5BAA3FE-964C-5313-7D66-1CE816247586}"/>
              </a:ext>
            </a:extLst>
          </p:cNvPr>
          <p:cNvSpPr/>
          <p:nvPr/>
        </p:nvSpPr>
        <p:spPr>
          <a:xfrm>
            <a:off x="3877329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A7C8513-2034-336E-BA80-58EA9039F98A}"/>
              </a:ext>
            </a:extLst>
          </p:cNvPr>
          <p:cNvSpPr/>
          <p:nvPr/>
        </p:nvSpPr>
        <p:spPr>
          <a:xfrm>
            <a:off x="4475778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41B85C0-20A2-314F-65A3-209145ABC7BC}"/>
              </a:ext>
            </a:extLst>
          </p:cNvPr>
          <p:cNvSpPr/>
          <p:nvPr/>
        </p:nvSpPr>
        <p:spPr>
          <a:xfrm>
            <a:off x="5074227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E6DB322-8221-22E6-60D0-09652000BE4E}"/>
              </a:ext>
            </a:extLst>
          </p:cNvPr>
          <p:cNvSpPr/>
          <p:nvPr/>
        </p:nvSpPr>
        <p:spPr>
          <a:xfrm>
            <a:off x="5672676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122EF71-4C4D-472D-AC43-2D030334C48F}"/>
              </a:ext>
            </a:extLst>
          </p:cNvPr>
          <p:cNvSpPr/>
          <p:nvPr/>
        </p:nvSpPr>
        <p:spPr>
          <a:xfrm>
            <a:off x="6271125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91BACE2-BEF7-01CD-CD06-1CA2646A2152}"/>
              </a:ext>
            </a:extLst>
          </p:cNvPr>
          <p:cNvSpPr/>
          <p:nvPr/>
        </p:nvSpPr>
        <p:spPr>
          <a:xfrm>
            <a:off x="6869574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997731B-31E8-0041-2CAD-B9C5DE47E0B3}"/>
              </a:ext>
            </a:extLst>
          </p:cNvPr>
          <p:cNvSpPr/>
          <p:nvPr/>
        </p:nvSpPr>
        <p:spPr>
          <a:xfrm>
            <a:off x="2081982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12B2F0D-1CBC-499A-1179-F3D128212D59}"/>
              </a:ext>
            </a:extLst>
          </p:cNvPr>
          <p:cNvSpPr/>
          <p:nvPr/>
        </p:nvSpPr>
        <p:spPr>
          <a:xfrm>
            <a:off x="2680431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717B9D06-86C7-5711-AC8A-D6AB0F525048}"/>
              </a:ext>
            </a:extLst>
          </p:cNvPr>
          <p:cNvSpPr/>
          <p:nvPr/>
        </p:nvSpPr>
        <p:spPr>
          <a:xfrm>
            <a:off x="3278880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DDEF7A5-60DE-A41B-ED09-A1493F20B7F5}"/>
              </a:ext>
            </a:extLst>
          </p:cNvPr>
          <p:cNvSpPr/>
          <p:nvPr/>
        </p:nvSpPr>
        <p:spPr>
          <a:xfrm>
            <a:off x="3877329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F22E14E-B2A3-47F1-E267-580F96DCCD9F}"/>
              </a:ext>
            </a:extLst>
          </p:cNvPr>
          <p:cNvSpPr/>
          <p:nvPr/>
        </p:nvSpPr>
        <p:spPr>
          <a:xfrm>
            <a:off x="4475778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560B946-9ACF-9D89-C1F1-0A8C3DDE4943}"/>
              </a:ext>
            </a:extLst>
          </p:cNvPr>
          <p:cNvSpPr/>
          <p:nvPr/>
        </p:nvSpPr>
        <p:spPr>
          <a:xfrm>
            <a:off x="5074227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A6FDA1-C82D-B5D0-6140-4703E207D874}"/>
              </a:ext>
            </a:extLst>
          </p:cNvPr>
          <p:cNvSpPr/>
          <p:nvPr/>
        </p:nvSpPr>
        <p:spPr>
          <a:xfrm>
            <a:off x="5672676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E8538ED5-7BDE-F34E-BADB-7D5D9399B273}"/>
              </a:ext>
            </a:extLst>
          </p:cNvPr>
          <p:cNvSpPr/>
          <p:nvPr/>
        </p:nvSpPr>
        <p:spPr>
          <a:xfrm>
            <a:off x="6271125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88DDBB69-1D31-5F02-CE26-D14108D9933E}"/>
              </a:ext>
            </a:extLst>
          </p:cNvPr>
          <p:cNvSpPr/>
          <p:nvPr/>
        </p:nvSpPr>
        <p:spPr>
          <a:xfrm>
            <a:off x="6869574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7130F61F-73BE-6BF4-52DF-E742A422FB5C}"/>
              </a:ext>
            </a:extLst>
          </p:cNvPr>
          <p:cNvSpPr/>
          <p:nvPr/>
        </p:nvSpPr>
        <p:spPr>
          <a:xfrm>
            <a:off x="2081982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FEFF6E7-CEA8-43F5-00C6-C05829B59E91}"/>
              </a:ext>
            </a:extLst>
          </p:cNvPr>
          <p:cNvSpPr/>
          <p:nvPr/>
        </p:nvSpPr>
        <p:spPr>
          <a:xfrm>
            <a:off x="2680431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8A56C6A-AC28-C5F0-AD0C-770F58538DA2}"/>
              </a:ext>
            </a:extLst>
          </p:cNvPr>
          <p:cNvSpPr/>
          <p:nvPr/>
        </p:nvSpPr>
        <p:spPr>
          <a:xfrm>
            <a:off x="3278880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B69640C-AB7D-23E6-F3AB-733DE96533A6}"/>
              </a:ext>
            </a:extLst>
          </p:cNvPr>
          <p:cNvSpPr/>
          <p:nvPr/>
        </p:nvSpPr>
        <p:spPr>
          <a:xfrm>
            <a:off x="3877329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216D269-ABBE-6731-A9EA-314EC5F8CB9F}"/>
              </a:ext>
            </a:extLst>
          </p:cNvPr>
          <p:cNvSpPr/>
          <p:nvPr/>
        </p:nvSpPr>
        <p:spPr>
          <a:xfrm>
            <a:off x="4475778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5EF2791-1889-2078-3724-46691571D47A}"/>
              </a:ext>
            </a:extLst>
          </p:cNvPr>
          <p:cNvSpPr/>
          <p:nvPr/>
        </p:nvSpPr>
        <p:spPr>
          <a:xfrm>
            <a:off x="5074227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8694AB0-6EF7-7F61-6312-DED0B32E63CC}"/>
              </a:ext>
            </a:extLst>
          </p:cNvPr>
          <p:cNvSpPr/>
          <p:nvPr/>
        </p:nvSpPr>
        <p:spPr>
          <a:xfrm>
            <a:off x="5672676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B8149B75-CE64-FEA0-A743-67A22DE43650}"/>
              </a:ext>
            </a:extLst>
          </p:cNvPr>
          <p:cNvSpPr/>
          <p:nvPr/>
        </p:nvSpPr>
        <p:spPr>
          <a:xfrm>
            <a:off x="6271125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52629C77-7798-74A4-9E2D-9A5A31F35990}"/>
              </a:ext>
            </a:extLst>
          </p:cNvPr>
          <p:cNvSpPr/>
          <p:nvPr/>
        </p:nvSpPr>
        <p:spPr>
          <a:xfrm>
            <a:off x="6869574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Picture 61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D86713AA-24A1-DF07-032A-9612B04FC0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121"/>
          <a:stretch>
            <a:fillRect/>
          </a:stretch>
        </p:blipFill>
        <p:spPr>
          <a:xfrm>
            <a:off x="3436048" y="1586874"/>
            <a:ext cx="1933136" cy="978954"/>
          </a:xfrm>
          <a:prstGeom prst="rect">
            <a:avLst/>
          </a:prstGeom>
        </p:spPr>
      </p:pic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77F8C39E-C4F6-6199-6D9F-17C9C3E8DEC4}"/>
              </a:ext>
            </a:extLst>
          </p:cNvPr>
          <p:cNvSpPr/>
          <p:nvPr/>
        </p:nvSpPr>
        <p:spPr>
          <a:xfrm>
            <a:off x="1841679" y="2551715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5224BD00-6815-3F66-3624-E0D0646CCD10}"/>
              </a:ext>
            </a:extLst>
          </p:cNvPr>
          <p:cNvSpPr/>
          <p:nvPr/>
        </p:nvSpPr>
        <p:spPr>
          <a:xfrm>
            <a:off x="3040057" y="3153341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D62F5FA2-7F25-E7B4-907F-0F32A1A74E59}"/>
              </a:ext>
            </a:extLst>
          </p:cNvPr>
          <p:cNvSpPr/>
          <p:nvPr/>
        </p:nvSpPr>
        <p:spPr>
          <a:xfrm>
            <a:off x="1841678" y="3692469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86EEA37B-99B7-6501-FC4B-1D909C182604}"/>
              </a:ext>
            </a:extLst>
          </p:cNvPr>
          <p:cNvSpPr/>
          <p:nvPr/>
        </p:nvSpPr>
        <p:spPr>
          <a:xfrm>
            <a:off x="5433855" y="2620597"/>
            <a:ext cx="1173008" cy="1138753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70">
            <a:extLst>
              <a:ext uri="{FF2B5EF4-FFF2-40B4-BE49-F238E27FC236}">
                <a16:creationId xmlns:a16="http://schemas.microsoft.com/office/drawing/2014/main" id="{017A9675-37C8-F112-6148-7BC8ECF0518F}"/>
              </a:ext>
            </a:extLst>
          </p:cNvPr>
          <p:cNvSpPr/>
          <p:nvPr/>
        </p:nvSpPr>
        <p:spPr>
          <a:xfrm>
            <a:off x="3605431" y="4304259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Left Brace 71">
            <a:extLst>
              <a:ext uri="{FF2B5EF4-FFF2-40B4-BE49-F238E27FC236}">
                <a16:creationId xmlns:a16="http://schemas.microsoft.com/office/drawing/2014/main" id="{0BC11326-6D57-1BAC-70D2-B3C350C49627}"/>
              </a:ext>
            </a:extLst>
          </p:cNvPr>
          <p:cNvSpPr/>
          <p:nvPr/>
        </p:nvSpPr>
        <p:spPr>
          <a:xfrm>
            <a:off x="1288213" y="2427422"/>
            <a:ext cx="334851" cy="3644721"/>
          </a:xfrm>
          <a:prstGeom prst="leftBrac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 descr="A black and white image of a symbol&#10;&#10;AI-generated content may be incorrect.">
            <a:extLst>
              <a:ext uri="{FF2B5EF4-FFF2-40B4-BE49-F238E27FC236}">
                <a16:creationId xmlns:a16="http://schemas.microsoft.com/office/drawing/2014/main" id="{D0DACF15-22CC-4F65-3F26-F51B26405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8" y="3834837"/>
            <a:ext cx="966877" cy="399715"/>
          </a:xfrm>
          <a:prstGeom prst="rect">
            <a:avLst/>
          </a:prstGeom>
        </p:spPr>
      </p:pic>
      <p:pic>
        <p:nvPicPr>
          <p:cNvPr id="83" name="Picture 82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BA1339A6-9F4A-ACA0-B2E2-C2503CB4F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87" y="4304259"/>
            <a:ext cx="966877" cy="4147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3B52017-9EB0-E6A3-A2D4-C194C84E44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973" y="1802039"/>
            <a:ext cx="1621305" cy="42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021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59B77-5EAB-404B-67B2-04CC1C73A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C320FD8-98F0-E3E6-1675-3B8C79717151}"/>
              </a:ext>
            </a:extLst>
          </p:cNvPr>
          <p:cNvSpPr/>
          <p:nvPr/>
        </p:nvSpPr>
        <p:spPr>
          <a:xfrm>
            <a:off x="724395" y="1876301"/>
            <a:ext cx="7790955" cy="14369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743C45-C9B7-109B-0300-DF26767E0E90}"/>
              </a:ext>
            </a:extLst>
          </p:cNvPr>
          <p:cNvSpPr txBox="1">
            <a:spLocks/>
          </p:cNvSpPr>
          <p:nvPr/>
        </p:nvSpPr>
        <p:spPr>
          <a:xfrm>
            <a:off x="834389" y="1980829"/>
            <a:ext cx="7584141" cy="1332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Theorem [BLMT24]. Let </a:t>
            </a:r>
            <a:r>
              <a:rPr lang="en-US" b="1" dirty="0"/>
              <a:t>H</a:t>
            </a:r>
            <a:r>
              <a:rPr lang="en-US" dirty="0"/>
              <a:t> have locality </a:t>
            </a:r>
            <a:r>
              <a:rPr lang="en-US" i="1" dirty="0"/>
              <a:t>R, </a:t>
            </a:r>
            <a:r>
              <a:rPr lang="en-US" i="1" dirty="0" err="1"/>
              <a:t>d.</a:t>
            </a:r>
            <a:r>
              <a:rPr lang="en-US" i="1" dirty="0"/>
              <a:t> </a:t>
            </a:r>
            <a:r>
              <a:rPr lang="en-US" dirty="0"/>
              <a:t>Then the critical separability temperature β</a:t>
            </a:r>
            <a:r>
              <a:rPr lang="en-US" baseline="-25000" dirty="0"/>
              <a:t>s</a:t>
            </a:r>
            <a:r>
              <a:rPr lang="en-US" baseline="30000" dirty="0"/>
              <a:t>-1</a:t>
            </a:r>
            <a:r>
              <a:rPr lang="en-US" dirty="0"/>
              <a:t> satisfies   β</a:t>
            </a:r>
            <a:r>
              <a:rPr lang="en-US" baseline="-25000" dirty="0"/>
              <a:t>s</a:t>
            </a:r>
            <a:r>
              <a:rPr lang="en-US" baseline="30000" dirty="0"/>
              <a:t>-1</a:t>
            </a:r>
            <a:r>
              <a:rPr lang="en-US" baseline="-25000" dirty="0"/>
              <a:t> </a:t>
            </a:r>
            <a:r>
              <a:rPr lang="en-US" dirty="0"/>
              <a:t>≲ </a:t>
            </a:r>
            <a:r>
              <a:rPr lang="en-US" i="1" dirty="0"/>
              <a:t>Rd</a:t>
            </a:r>
            <a:r>
              <a:rPr lang="en-US" dirty="0"/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1A5A4BF-9E5C-E20A-9E3D-AA616DFA6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60971" cy="1325563"/>
          </a:xfrm>
        </p:spPr>
        <p:txBody>
          <a:bodyPr/>
          <a:lstStyle/>
          <a:p>
            <a:r>
              <a:rPr lang="en-US" dirty="0"/>
              <a:t>Death of Entanglement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DAA8D-04AF-273F-B7F8-0BAB0495757A}"/>
              </a:ext>
            </a:extLst>
          </p:cNvPr>
          <p:cNvSpPr txBox="1"/>
          <p:nvPr/>
        </p:nvSpPr>
        <p:spPr>
          <a:xfrm>
            <a:off x="891540" y="6515734"/>
            <a:ext cx="7178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A. Bakshi, A. Liu, A. Moitra, E. Tang, High-Temperature Gibbs States are Unentangled and Efficiently Preparable.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579697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DAABDD0-7BD5-775B-40B6-DDF39865B6E6}"/>
              </a:ext>
            </a:extLst>
          </p:cNvPr>
          <p:cNvSpPr/>
          <p:nvPr/>
        </p:nvSpPr>
        <p:spPr>
          <a:xfrm>
            <a:off x="730981" y="4296887"/>
            <a:ext cx="7790955" cy="10826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3C286F3-87B0-FAAD-8DA6-A7AA20DDD3D2}"/>
              </a:ext>
            </a:extLst>
          </p:cNvPr>
          <p:cNvSpPr/>
          <p:nvPr/>
        </p:nvSpPr>
        <p:spPr>
          <a:xfrm>
            <a:off x="724395" y="1876301"/>
            <a:ext cx="7790955" cy="143691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47833E-A2FF-2FF2-E7DB-F97A95EDC6E6}"/>
              </a:ext>
            </a:extLst>
          </p:cNvPr>
          <p:cNvSpPr txBox="1">
            <a:spLocks/>
          </p:cNvSpPr>
          <p:nvPr/>
        </p:nvSpPr>
        <p:spPr>
          <a:xfrm>
            <a:off x="834389" y="1980829"/>
            <a:ext cx="7584141" cy="1332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Theorem [BLMT24]. Let </a:t>
            </a:r>
            <a:r>
              <a:rPr lang="en-US" b="1" dirty="0"/>
              <a:t>H</a:t>
            </a:r>
            <a:r>
              <a:rPr lang="en-US" dirty="0"/>
              <a:t> have locality </a:t>
            </a:r>
            <a:r>
              <a:rPr lang="en-US" i="1" dirty="0"/>
              <a:t>R, </a:t>
            </a:r>
            <a:r>
              <a:rPr lang="en-US" i="1" dirty="0" err="1"/>
              <a:t>d.</a:t>
            </a:r>
            <a:r>
              <a:rPr lang="en-US" i="1" dirty="0"/>
              <a:t> </a:t>
            </a:r>
            <a:r>
              <a:rPr lang="en-US" dirty="0"/>
              <a:t>Then the critical separability temperature β</a:t>
            </a:r>
            <a:r>
              <a:rPr lang="en-US" baseline="-25000" dirty="0"/>
              <a:t>s</a:t>
            </a:r>
            <a:r>
              <a:rPr lang="en-US" baseline="30000" dirty="0"/>
              <a:t>-1</a:t>
            </a:r>
            <a:r>
              <a:rPr lang="en-US" dirty="0"/>
              <a:t> satisfies   β</a:t>
            </a:r>
            <a:r>
              <a:rPr lang="en-US" baseline="-25000" dirty="0"/>
              <a:t>s</a:t>
            </a:r>
            <a:r>
              <a:rPr lang="en-US" baseline="30000" dirty="0"/>
              <a:t>-1</a:t>
            </a:r>
            <a:r>
              <a:rPr lang="en-US" baseline="-25000" dirty="0"/>
              <a:t> </a:t>
            </a:r>
            <a:r>
              <a:rPr lang="en-US" dirty="0"/>
              <a:t>≲ </a:t>
            </a:r>
            <a:r>
              <a:rPr lang="en-US" i="1" dirty="0"/>
              <a:t>Rd</a:t>
            </a:r>
            <a:r>
              <a:rPr lang="en-US" dirty="0"/>
              <a:t>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D0C3259-AFA3-00D1-ABCB-15E710EC7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6"/>
            <a:ext cx="8360971" cy="1325563"/>
          </a:xfrm>
        </p:spPr>
        <p:txBody>
          <a:bodyPr/>
          <a:lstStyle/>
          <a:p>
            <a:r>
              <a:rPr lang="en-US" dirty="0"/>
              <a:t>Death of Entanglement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8A0C40D-0D4C-5C9F-E435-8CA12C19CDAA}"/>
              </a:ext>
            </a:extLst>
          </p:cNvPr>
          <p:cNvSpPr txBox="1">
            <a:spLocks/>
          </p:cNvSpPr>
          <p:nvPr/>
        </p:nvSpPr>
        <p:spPr>
          <a:xfrm>
            <a:off x="834389" y="4398923"/>
            <a:ext cx="7584141" cy="1332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Theorem [BLMT24]. The Gibbs state of </a:t>
            </a:r>
            <a:r>
              <a:rPr lang="en-US" b="1" dirty="0"/>
              <a:t>H</a:t>
            </a:r>
            <a:r>
              <a:rPr lang="en-US" dirty="0"/>
              <a:t> can be sampled efficiently for temperature β</a:t>
            </a:r>
            <a:r>
              <a:rPr lang="en-US" baseline="30000" dirty="0"/>
              <a:t>-1</a:t>
            </a:r>
            <a:r>
              <a:rPr lang="en-US" baseline="-25000" dirty="0"/>
              <a:t> </a:t>
            </a:r>
            <a:r>
              <a:rPr lang="en-US" dirty="0"/>
              <a:t>≳ </a:t>
            </a:r>
            <a:r>
              <a:rPr lang="en-US" i="1" dirty="0"/>
              <a:t>Rd</a:t>
            </a:r>
            <a:r>
              <a:rPr lang="en-US" i="1" baseline="30000" dirty="0"/>
              <a:t>2</a:t>
            </a:r>
            <a:r>
              <a:rPr lang="en-US" dirty="0"/>
              <a:t>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76F919-0B24-05DE-3769-1CE8D6BC81C9}"/>
              </a:ext>
            </a:extLst>
          </p:cNvPr>
          <p:cNvSpPr txBox="1"/>
          <p:nvPr/>
        </p:nvSpPr>
        <p:spPr>
          <a:xfrm>
            <a:off x="891540" y="6515734"/>
            <a:ext cx="7178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1. A. Bakshi, A. Liu, A. Moitra, E. Tang, High-Temperature Gibbs States are Unentangled and Efficiently Preparable.</a:t>
            </a:r>
          </a:p>
          <a:p>
            <a:pPr marL="228600" indent="-228600">
              <a:buAutoNum type="arabicPeriod"/>
            </a:pP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54809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D623-D13E-AE46-B929-86FE5CAEC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1D4B-A235-34B9-AD10-1402757E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Fermionic Systems</a:t>
            </a:r>
          </a:p>
        </p:txBody>
      </p:sp>
    </p:spTree>
    <p:extLst>
      <p:ext uri="{BB962C8B-B14F-4D97-AF65-F5344CB8AC3E}">
        <p14:creationId xmlns:p14="http://schemas.microsoft.com/office/powerpoint/2010/main" val="27285912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AFDC9-70C8-E906-29CB-E969563F6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5072-D5B2-124A-BB47-DA94AE912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Majorana Operators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342269B-266B-C25A-05EC-46EB9616B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1619234"/>
          </a:xfrm>
        </p:spPr>
        <p:txBody>
          <a:bodyPr>
            <a:normAutofit/>
          </a:bodyPr>
          <a:lstStyle/>
          <a:p>
            <a:r>
              <a:rPr lang="en-US" dirty="0"/>
              <a:t>In fermionic systems, express observables in terms of Majorana operators                    . </a:t>
            </a:r>
          </a:p>
          <a:p>
            <a:r>
              <a:rPr lang="en-US" dirty="0"/>
              <a:t>Commutation relations:                          .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167C21-B509-F6BA-9CF6-6229ED463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56" y="2278973"/>
            <a:ext cx="1526886" cy="308231"/>
          </a:xfrm>
          <a:prstGeom prst="rect">
            <a:avLst/>
          </a:prstGeom>
        </p:spPr>
      </p:pic>
      <p:pic>
        <p:nvPicPr>
          <p:cNvPr id="56" name="Picture 55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D81461EE-F8C0-472C-D867-1CD25B3D9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82" y="2745620"/>
            <a:ext cx="2005174" cy="4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376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80A0A-4BF1-21A9-B80C-74F03D5F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93CE0-8055-C3FF-AD48-4115B4233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Majorana Operators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02F560A5-7611-3690-A7FF-22376DDE6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1619234"/>
          </a:xfrm>
        </p:spPr>
        <p:txBody>
          <a:bodyPr>
            <a:normAutofit/>
          </a:bodyPr>
          <a:lstStyle/>
          <a:p>
            <a:r>
              <a:rPr lang="en-US" dirty="0"/>
              <a:t>In fermionic systems, express observables in terms of Majorana operators                    . </a:t>
            </a:r>
          </a:p>
          <a:p>
            <a:r>
              <a:rPr lang="en-US" dirty="0"/>
              <a:t>Commutation relations:                          .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1CACE02-D9EC-B0FD-1F2B-75D1DB1E7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56" y="2278973"/>
            <a:ext cx="1526886" cy="308231"/>
          </a:xfrm>
          <a:prstGeom prst="rect">
            <a:avLst/>
          </a:prstGeom>
        </p:spPr>
      </p:pic>
      <p:pic>
        <p:nvPicPr>
          <p:cNvPr id="56" name="Picture 55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AF6A1646-1F3F-A76A-1758-BE4BE663B4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382" y="2745620"/>
            <a:ext cx="2005174" cy="406311"/>
          </a:xfrm>
          <a:prstGeom prst="rect">
            <a:avLst/>
          </a:prstGeom>
        </p:spPr>
      </p:pic>
      <p:pic>
        <p:nvPicPr>
          <p:cNvPr id="5" name="Picture 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505A6DF0-4742-02EC-F4FF-436B87E3A6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7" name="Picture 6" descr="A black text with numbers&#10;&#10;AI-generated content may be incorrect.">
            <a:extLst>
              <a:ext uri="{FF2B5EF4-FFF2-40B4-BE49-F238E27FC236}">
                <a16:creationId xmlns:a16="http://schemas.microsoft.com/office/drawing/2014/main" id="{357848B7-F421-F6B8-880E-59FF9F99E1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69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22A77-FDA2-F2C9-0E92-011CA4437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50048-C8DC-6C64-3B55-821E751D2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Majorana Operators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B6B070B4-ED21-3B7D-7BB9-92FDF61B1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676884"/>
          </a:xfrm>
        </p:spPr>
        <p:txBody>
          <a:bodyPr>
            <a:normAutofit/>
          </a:bodyPr>
          <a:lstStyle/>
          <a:p>
            <a:r>
              <a:rPr lang="en-US" dirty="0"/>
              <a:t>In fermionic systems, express observables in terms of Majorana operators                    . </a:t>
            </a:r>
          </a:p>
          <a:p>
            <a:r>
              <a:rPr lang="en-US" dirty="0"/>
              <a:t>Commutation relations:                          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71CFC0-AD4C-3226-C785-9A57B1537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56" y="2278973"/>
            <a:ext cx="1526886" cy="30823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20EACC80-640D-81EF-78ED-39CA9431C342}"/>
              </a:ext>
            </a:extLst>
          </p:cNvPr>
          <p:cNvSpPr/>
          <p:nvPr/>
        </p:nvSpPr>
        <p:spPr>
          <a:xfrm>
            <a:off x="3843054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3F4AB3B-CA07-E9D3-41AC-0B7F78921A1F}"/>
              </a:ext>
            </a:extLst>
          </p:cNvPr>
          <p:cNvSpPr/>
          <p:nvPr/>
        </p:nvSpPr>
        <p:spPr>
          <a:xfrm>
            <a:off x="4441503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46A8070-B4D7-CB0A-E44A-468C373529EE}"/>
              </a:ext>
            </a:extLst>
          </p:cNvPr>
          <p:cNvSpPr/>
          <p:nvPr/>
        </p:nvSpPr>
        <p:spPr>
          <a:xfrm>
            <a:off x="5039952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45E25C-2D06-1ACE-5B64-1D2FFD63CB02}"/>
              </a:ext>
            </a:extLst>
          </p:cNvPr>
          <p:cNvSpPr/>
          <p:nvPr/>
        </p:nvSpPr>
        <p:spPr>
          <a:xfrm>
            <a:off x="5638401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5AB0FE9-46F8-B346-AD0F-6818449B549E}"/>
              </a:ext>
            </a:extLst>
          </p:cNvPr>
          <p:cNvSpPr/>
          <p:nvPr/>
        </p:nvSpPr>
        <p:spPr>
          <a:xfrm>
            <a:off x="3843054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0E3748F-26C2-33A7-7D7C-0968FC1C8234}"/>
              </a:ext>
            </a:extLst>
          </p:cNvPr>
          <p:cNvSpPr/>
          <p:nvPr/>
        </p:nvSpPr>
        <p:spPr>
          <a:xfrm>
            <a:off x="4441503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913413-018C-C2F9-8CAA-DAB446ACA8BB}"/>
              </a:ext>
            </a:extLst>
          </p:cNvPr>
          <p:cNvSpPr/>
          <p:nvPr/>
        </p:nvSpPr>
        <p:spPr>
          <a:xfrm>
            <a:off x="5039952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F841E8B-779C-40C5-5DF7-2DB3CEF91139}"/>
              </a:ext>
            </a:extLst>
          </p:cNvPr>
          <p:cNvSpPr/>
          <p:nvPr/>
        </p:nvSpPr>
        <p:spPr>
          <a:xfrm>
            <a:off x="5638401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41B2FC4B-A639-CA98-75A9-7378DC900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55" y="3483235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A52D160A-6AD7-ABB3-9351-5B1B39379B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89" y="3452095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12B1F7A5-D968-B649-D03D-A48A7775B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872" y="3451500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BF561CEC-12E9-BED3-DCB9-D3F862DED6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802" y="3478004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8D98589F-73DC-9B43-9BE2-45B0BDA1D5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2161" y="4180476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C98EC88D-8EC4-3424-17A7-D6960ACD99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253" y="4165240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F8CBCB84-A74D-2FF8-5B67-DC01CB5913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0448" y="4165240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911F3B5F-8F3B-7641-73C2-C35AE4F9828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0365" y="4171511"/>
            <a:ext cx="276158" cy="227299"/>
          </a:xfrm>
          <a:prstGeom prst="rect">
            <a:avLst/>
          </a:prstGeom>
        </p:spPr>
      </p:pic>
      <p:pic>
        <p:nvPicPr>
          <p:cNvPr id="56" name="Picture 55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199CB457-2BDB-773A-DC82-8ACAA5E786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1382" y="2745620"/>
            <a:ext cx="2005174" cy="406311"/>
          </a:xfrm>
          <a:prstGeom prst="rect">
            <a:avLst/>
          </a:prstGeom>
        </p:spPr>
      </p:pic>
      <p:pic>
        <p:nvPicPr>
          <p:cNvPr id="69" name="Picture 68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55EB620A-5282-54C6-C19A-4B4B1CD752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70" name="Picture 69" descr="A black text with numbers&#10;&#10;AI-generated content may be incorrect.">
            <a:extLst>
              <a:ext uri="{FF2B5EF4-FFF2-40B4-BE49-F238E27FC236}">
                <a16:creationId xmlns:a16="http://schemas.microsoft.com/office/drawing/2014/main" id="{525D853D-3F47-F3F8-C5A5-2A0A780D8B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744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B6643-97AF-EBA3-1759-8221C66D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E47D3-252A-A4CC-4EA8-BC42004B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Majorana Operators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9435D91-D1DA-3E56-08A7-FFEEBE970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56" y="2278973"/>
            <a:ext cx="1526886" cy="30823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B9D90F09-F193-1A1E-0BAE-7FBDDAE27D18}"/>
              </a:ext>
            </a:extLst>
          </p:cNvPr>
          <p:cNvSpPr/>
          <p:nvPr/>
        </p:nvSpPr>
        <p:spPr>
          <a:xfrm>
            <a:off x="3843054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0DF5B4-2C08-CDA0-667E-39CDAEE0C35B}"/>
              </a:ext>
            </a:extLst>
          </p:cNvPr>
          <p:cNvSpPr/>
          <p:nvPr/>
        </p:nvSpPr>
        <p:spPr>
          <a:xfrm>
            <a:off x="4441503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3A2A698-8CB6-22D2-8FD8-7012D8DEC21F}"/>
              </a:ext>
            </a:extLst>
          </p:cNvPr>
          <p:cNvSpPr/>
          <p:nvPr/>
        </p:nvSpPr>
        <p:spPr>
          <a:xfrm>
            <a:off x="5039952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E0C00D9-71A1-6CE1-0C38-B90344B634A0}"/>
              </a:ext>
            </a:extLst>
          </p:cNvPr>
          <p:cNvSpPr/>
          <p:nvPr/>
        </p:nvSpPr>
        <p:spPr>
          <a:xfrm>
            <a:off x="5638401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986DC43-FE7C-089D-F585-CD65ABD17F8B}"/>
              </a:ext>
            </a:extLst>
          </p:cNvPr>
          <p:cNvSpPr/>
          <p:nvPr/>
        </p:nvSpPr>
        <p:spPr>
          <a:xfrm>
            <a:off x="3843054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CFE3EDE-9321-72D5-CBBE-6039E804E16B}"/>
              </a:ext>
            </a:extLst>
          </p:cNvPr>
          <p:cNvSpPr/>
          <p:nvPr/>
        </p:nvSpPr>
        <p:spPr>
          <a:xfrm>
            <a:off x="4441503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E3EF83B-AE84-2F4C-E774-3DE0DA178F88}"/>
              </a:ext>
            </a:extLst>
          </p:cNvPr>
          <p:cNvSpPr/>
          <p:nvPr/>
        </p:nvSpPr>
        <p:spPr>
          <a:xfrm>
            <a:off x="5039952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21E2653-AB1D-B7FA-3276-C8F4B49CE757}"/>
              </a:ext>
            </a:extLst>
          </p:cNvPr>
          <p:cNvSpPr/>
          <p:nvPr/>
        </p:nvSpPr>
        <p:spPr>
          <a:xfrm>
            <a:off x="5638401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BF5F09BD-25EC-695A-CEA5-716B2F640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55" y="3483235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7C7A9256-6DCC-34DA-42DF-57735A49A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89" y="3452095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357CC78F-8469-AB43-9FFC-B97B123B9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872" y="3451500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F41FE301-9D25-A361-8F21-6FA8416A09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802" y="3478004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DB760A0B-E9DC-3FB9-7C1E-CA32B9AFD5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2161" y="4180476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7D3333CE-2E3D-6FD9-1520-AD8479EB4DE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253" y="4165240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93125D46-30B3-E5E5-BBB0-E09D04DD65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0448" y="4165240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B2954F85-F9D2-7469-7FCF-12BE0AD08E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0365" y="4171511"/>
            <a:ext cx="276158" cy="227299"/>
          </a:xfrm>
          <a:prstGeom prst="rect">
            <a:avLst/>
          </a:prstGeom>
        </p:spPr>
      </p:pic>
      <p:pic>
        <p:nvPicPr>
          <p:cNvPr id="56" name="Picture 55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2B2D2557-7728-2A38-E8AD-4FAA811ED3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1382" y="2745620"/>
            <a:ext cx="2005174" cy="406311"/>
          </a:xfrm>
          <a:prstGeom prst="rect">
            <a:avLst/>
          </a:prstGeom>
        </p:spPr>
      </p:pic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9D0FE3E2-67D3-756F-D2B3-F19AF3B9FA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676884"/>
          </a:xfrm>
        </p:spPr>
        <p:txBody>
          <a:bodyPr>
            <a:normAutofit/>
          </a:bodyPr>
          <a:lstStyle/>
          <a:p>
            <a:r>
              <a:rPr lang="en-US" dirty="0"/>
              <a:t>In fermionic systems, express observables in terms of Majorana operators                    . </a:t>
            </a:r>
          </a:p>
          <a:p>
            <a:r>
              <a:rPr lang="en-US" dirty="0"/>
              <a:t>Commutation relations:                          .</a:t>
            </a:r>
          </a:p>
          <a:p>
            <a:endParaRPr lang="en-US" dirty="0"/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operators do not commute: no separation.</a:t>
            </a:r>
          </a:p>
          <a:p>
            <a:endParaRPr lang="en-US" dirty="0"/>
          </a:p>
        </p:txBody>
      </p:sp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05913935-35BE-EF38-8ED8-FA8E9BEB27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8" name="Picture 7" descr="A black text with numbers&#10;&#10;AI-generated content may be incorrect.">
            <a:extLst>
              <a:ext uri="{FF2B5EF4-FFF2-40B4-BE49-F238E27FC236}">
                <a16:creationId xmlns:a16="http://schemas.microsoft.com/office/drawing/2014/main" id="{A4FBEB93-691F-E013-0ECF-51C9B1484F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1178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7927-6FEF-FBAF-8FF0-D7CB9A38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142E2-951C-955C-5BC1-F7E3A719A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Majorana Operators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40FBCBBA-5678-FE5E-38D1-B101CF0AF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676884"/>
          </a:xfrm>
        </p:spPr>
        <p:txBody>
          <a:bodyPr>
            <a:normAutofit/>
          </a:bodyPr>
          <a:lstStyle/>
          <a:p>
            <a:r>
              <a:rPr lang="en-US" dirty="0"/>
              <a:t>In fermionic systems, express observables in terms of Majorana operators                    . </a:t>
            </a:r>
          </a:p>
          <a:p>
            <a:r>
              <a:rPr lang="en-US" dirty="0"/>
              <a:t>Commutation relations:                          .</a:t>
            </a:r>
          </a:p>
          <a:p>
            <a:endParaRPr lang="en-US" dirty="0"/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operators do not commute: no separation.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023AC4D-733D-5F09-9F5D-4A650FC6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56" y="2278973"/>
            <a:ext cx="1526886" cy="30823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96EB7F6D-B2CF-22BE-79DA-5AFDCAE41101}"/>
              </a:ext>
            </a:extLst>
          </p:cNvPr>
          <p:cNvSpPr/>
          <p:nvPr/>
        </p:nvSpPr>
        <p:spPr>
          <a:xfrm>
            <a:off x="3843054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D06AF30D-13CF-C431-22BF-BC044F0F6343}"/>
              </a:ext>
            </a:extLst>
          </p:cNvPr>
          <p:cNvSpPr/>
          <p:nvPr/>
        </p:nvSpPr>
        <p:spPr>
          <a:xfrm>
            <a:off x="4441503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83A8914-4E75-A179-F24B-5976F78FF883}"/>
              </a:ext>
            </a:extLst>
          </p:cNvPr>
          <p:cNvSpPr/>
          <p:nvPr/>
        </p:nvSpPr>
        <p:spPr>
          <a:xfrm>
            <a:off x="5039952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5C8D110-D108-6C1C-1429-43B21A2931BC}"/>
              </a:ext>
            </a:extLst>
          </p:cNvPr>
          <p:cNvSpPr/>
          <p:nvPr/>
        </p:nvSpPr>
        <p:spPr>
          <a:xfrm>
            <a:off x="5638401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AF0C333-A5B7-CF04-43E5-78DA00B7E423}"/>
              </a:ext>
            </a:extLst>
          </p:cNvPr>
          <p:cNvSpPr/>
          <p:nvPr/>
        </p:nvSpPr>
        <p:spPr>
          <a:xfrm>
            <a:off x="3843054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556E396-8372-7C62-1CB8-FFA64C919C1B}"/>
              </a:ext>
            </a:extLst>
          </p:cNvPr>
          <p:cNvSpPr/>
          <p:nvPr/>
        </p:nvSpPr>
        <p:spPr>
          <a:xfrm>
            <a:off x="4441503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8DE6D43-DA43-16DF-FEE4-E1D8D6572ABD}"/>
              </a:ext>
            </a:extLst>
          </p:cNvPr>
          <p:cNvSpPr/>
          <p:nvPr/>
        </p:nvSpPr>
        <p:spPr>
          <a:xfrm>
            <a:off x="5039952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D8DE72E-13A8-7F3D-B7C1-29E5840F19FE}"/>
              </a:ext>
            </a:extLst>
          </p:cNvPr>
          <p:cNvSpPr/>
          <p:nvPr/>
        </p:nvSpPr>
        <p:spPr>
          <a:xfrm>
            <a:off x="5638401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64395128-4B35-D809-661C-0C93A9B1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55" y="3483235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86BCC9FF-F1A8-B93B-F0D0-E314F9B6E1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89" y="3452095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2F62A6E3-2645-77CE-FB5B-C93A571AA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872" y="3451500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594829D3-AA57-40CF-2896-A296F73C51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802" y="3478004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1514D96B-0D3A-286A-2C3E-62AA845571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2161" y="4180476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4B0A761E-8F89-74CE-CCEA-96DB565B20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253" y="4165240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C9DE0BC2-2718-77C6-5DFA-96DB20600E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0448" y="4165240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D92910DE-2D16-9A89-A490-8F96D5A4663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0365" y="4171511"/>
            <a:ext cx="276158" cy="227299"/>
          </a:xfrm>
          <a:prstGeom prst="rect">
            <a:avLst/>
          </a:prstGeom>
        </p:spPr>
      </p:pic>
      <p:pic>
        <p:nvPicPr>
          <p:cNvPr id="56" name="Picture 55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529173AB-C1DD-D778-67B8-2766423E91E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1382" y="2745620"/>
            <a:ext cx="2005174" cy="406311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D3C14764-66A3-098E-5A9B-DA3A18F98D92}"/>
              </a:ext>
            </a:extLst>
          </p:cNvPr>
          <p:cNvSpPr/>
          <p:nvPr/>
        </p:nvSpPr>
        <p:spPr>
          <a:xfrm>
            <a:off x="3608099" y="3347129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F3086BD-770D-F25E-2C01-087E3D888F22}"/>
              </a:ext>
            </a:extLst>
          </p:cNvPr>
          <p:cNvSpPr/>
          <p:nvPr/>
        </p:nvSpPr>
        <p:spPr>
          <a:xfrm>
            <a:off x="4783336" y="3353834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A9EB75F-79CA-39B3-912E-BF7515275007}"/>
              </a:ext>
            </a:extLst>
          </p:cNvPr>
          <p:cNvSpPr/>
          <p:nvPr/>
        </p:nvSpPr>
        <p:spPr>
          <a:xfrm>
            <a:off x="3608099" y="4023151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F6BCAE6-7B6C-99BB-95EA-D56894EF43A2}"/>
              </a:ext>
            </a:extLst>
          </p:cNvPr>
          <p:cNvSpPr/>
          <p:nvPr/>
        </p:nvSpPr>
        <p:spPr>
          <a:xfrm>
            <a:off x="4783336" y="4019977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6F5B71AD-0428-F1DB-1865-6725F7067F0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8" name="Picture 7" descr="A black text with numbers&#10;&#10;AI-generated content may be incorrect.">
            <a:extLst>
              <a:ext uri="{FF2B5EF4-FFF2-40B4-BE49-F238E27FC236}">
                <a16:creationId xmlns:a16="http://schemas.microsoft.com/office/drawing/2014/main" id="{B7905BF7-E447-6E82-445C-BE84A090A77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587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03E3B-6037-730C-8841-996548924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58B31-00E1-3D0B-4DA9-729021BA1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Majorana Operators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E3D9974F-1A39-79F7-FC50-BB39D759E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676884"/>
          </a:xfrm>
        </p:spPr>
        <p:txBody>
          <a:bodyPr>
            <a:normAutofit/>
          </a:bodyPr>
          <a:lstStyle/>
          <a:p>
            <a:r>
              <a:rPr lang="en-US" dirty="0"/>
              <a:t>In fermionic systems, express observables in terms of Majorana operators                    . </a:t>
            </a:r>
          </a:p>
          <a:p>
            <a:r>
              <a:rPr lang="en-US" dirty="0"/>
              <a:t>Commutation relations:                          .</a:t>
            </a:r>
          </a:p>
          <a:p>
            <a:endParaRPr lang="en-US" dirty="0"/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These operators do not commute: no separation.</a:t>
            </a:r>
          </a:p>
          <a:p>
            <a:r>
              <a:rPr lang="en-US" dirty="0"/>
              <a:t>Fermions correspond to two </a:t>
            </a:r>
            <a:r>
              <a:rPr lang="en-US" dirty="0" err="1"/>
              <a:t>Majoranas</a:t>
            </a:r>
            <a:r>
              <a:rPr lang="en-US" dirty="0"/>
              <a:t>, and </a:t>
            </a:r>
            <a:r>
              <a:rPr lang="en-US" i="1" dirty="0"/>
              <a:t>iγ</a:t>
            </a:r>
            <a:r>
              <a:rPr lang="en-US" i="1" baseline="-25000" dirty="0"/>
              <a:t>2j-1</a:t>
            </a:r>
            <a:r>
              <a:rPr lang="en-US" i="1" dirty="0"/>
              <a:t>γ</a:t>
            </a:r>
            <a:r>
              <a:rPr lang="en-US" i="1" baseline="-25000" dirty="0"/>
              <a:t>2j</a:t>
            </a:r>
            <a:r>
              <a:rPr lang="en-US" i="1" dirty="0"/>
              <a:t> </a:t>
            </a:r>
            <a:r>
              <a:rPr lang="en-US" dirty="0"/>
              <a:t>is the fermionic parity. The observables commute!</a:t>
            </a:r>
          </a:p>
          <a:p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226731B-AFD7-8DD8-C942-76450725B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356" y="2278973"/>
            <a:ext cx="1526886" cy="308231"/>
          </a:xfrm>
          <a:prstGeom prst="rect">
            <a:avLst/>
          </a:prstGeom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D0392509-1375-A0FF-B3AD-D3EE53EA8A14}"/>
              </a:ext>
            </a:extLst>
          </p:cNvPr>
          <p:cNvSpPr/>
          <p:nvPr/>
        </p:nvSpPr>
        <p:spPr>
          <a:xfrm>
            <a:off x="3843054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7F7A1FC-283A-8555-1F4D-B6C89C017172}"/>
              </a:ext>
            </a:extLst>
          </p:cNvPr>
          <p:cNvSpPr/>
          <p:nvPr/>
        </p:nvSpPr>
        <p:spPr>
          <a:xfrm>
            <a:off x="4441503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96DB718-5927-6CE7-214B-E3419F2C9A1B}"/>
              </a:ext>
            </a:extLst>
          </p:cNvPr>
          <p:cNvSpPr/>
          <p:nvPr/>
        </p:nvSpPr>
        <p:spPr>
          <a:xfrm>
            <a:off x="5039952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A97C7AD-9BD3-6907-8D78-DC4DFE689490}"/>
              </a:ext>
            </a:extLst>
          </p:cNvPr>
          <p:cNvSpPr/>
          <p:nvPr/>
        </p:nvSpPr>
        <p:spPr>
          <a:xfrm>
            <a:off x="5638401" y="382322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C80C63E-2954-1010-B814-8634F725FC48}"/>
              </a:ext>
            </a:extLst>
          </p:cNvPr>
          <p:cNvSpPr/>
          <p:nvPr/>
        </p:nvSpPr>
        <p:spPr>
          <a:xfrm>
            <a:off x="3843054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E4B7BB3-DF47-D8B5-8BBE-0AD353D71631}"/>
              </a:ext>
            </a:extLst>
          </p:cNvPr>
          <p:cNvSpPr/>
          <p:nvPr/>
        </p:nvSpPr>
        <p:spPr>
          <a:xfrm>
            <a:off x="4441503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B22732DE-6B5E-CB61-A882-65BFFC3C8FCB}"/>
              </a:ext>
            </a:extLst>
          </p:cNvPr>
          <p:cNvSpPr/>
          <p:nvPr/>
        </p:nvSpPr>
        <p:spPr>
          <a:xfrm>
            <a:off x="5039952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6F96D78-B770-401D-CC9F-60846037D7DF}"/>
              </a:ext>
            </a:extLst>
          </p:cNvPr>
          <p:cNvSpPr/>
          <p:nvPr/>
        </p:nvSpPr>
        <p:spPr>
          <a:xfrm>
            <a:off x="5638401" y="447276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8C11BCB1-0074-1693-AA4D-58271F5B3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055" y="3483235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00370F00-2720-7534-F585-F8A82B2173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89" y="3452095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D7351F83-5D6C-E07D-534A-AC9FDB246E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872" y="3451500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D032E438-B12F-BDBD-B0A0-6C193162B1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2802" y="3478004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49DD14FD-1712-88F3-F696-6CD4C653CB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42161" y="4180476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9729F9C2-0610-259B-EADB-658479A671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38253" y="4165240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8C6F8B5E-ED85-6514-5609-1DAEA06A4B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40448" y="4165240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A3AA2EEE-5B1F-A66F-C974-71D6654CF33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40365" y="4171511"/>
            <a:ext cx="276158" cy="227299"/>
          </a:xfrm>
          <a:prstGeom prst="rect">
            <a:avLst/>
          </a:prstGeom>
        </p:spPr>
      </p:pic>
      <p:pic>
        <p:nvPicPr>
          <p:cNvPr id="56" name="Picture 55" descr="A black and white math symbols&#10;&#10;AI-generated content may be incorrect.">
            <a:extLst>
              <a:ext uri="{FF2B5EF4-FFF2-40B4-BE49-F238E27FC236}">
                <a16:creationId xmlns:a16="http://schemas.microsoft.com/office/drawing/2014/main" id="{E1CDD949-AB01-9E39-31A1-755E59F2BE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1382" y="2745620"/>
            <a:ext cx="2005174" cy="406311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6C212813-B542-7D69-4348-B485E8711CCF}"/>
              </a:ext>
            </a:extLst>
          </p:cNvPr>
          <p:cNvSpPr/>
          <p:nvPr/>
        </p:nvSpPr>
        <p:spPr>
          <a:xfrm>
            <a:off x="3608099" y="3347129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4D68FBA2-A130-19E1-4CDA-63A1E95F7D7B}"/>
              </a:ext>
            </a:extLst>
          </p:cNvPr>
          <p:cNvSpPr/>
          <p:nvPr/>
        </p:nvSpPr>
        <p:spPr>
          <a:xfrm>
            <a:off x="4783336" y="3353834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AEA0229-E4E6-460E-9D90-65F2AC9C4A53}"/>
              </a:ext>
            </a:extLst>
          </p:cNvPr>
          <p:cNvSpPr/>
          <p:nvPr/>
        </p:nvSpPr>
        <p:spPr>
          <a:xfrm>
            <a:off x="3608099" y="4023151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666FD315-22FA-F280-9583-BFCD6303D502}"/>
              </a:ext>
            </a:extLst>
          </p:cNvPr>
          <p:cNvSpPr/>
          <p:nvPr/>
        </p:nvSpPr>
        <p:spPr>
          <a:xfrm>
            <a:off x="4783336" y="4019977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2C4670E7-1BDC-3415-A1E3-E494EA7B06B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4" name="Picture 3" descr="A black text with numbers&#10;&#10;AI-generated content may be incorrect.">
            <a:extLst>
              <a:ext uri="{FF2B5EF4-FFF2-40B4-BE49-F238E27FC236}">
                <a16:creationId xmlns:a16="http://schemas.microsoft.com/office/drawing/2014/main" id="{A8AFBAC2-75EC-1711-B6D5-E3A0F09D54F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0741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87C9C-AD98-6CA4-061D-09475B2A0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E3E30-B3D4-0728-0998-3D1B778F3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A9B8C9C8-1CBB-47C6-98D0-78C3BEB31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032375"/>
          </a:xfrm>
        </p:spPr>
        <p:txBody>
          <a:bodyPr/>
          <a:lstStyle/>
          <a:p>
            <a:r>
              <a:rPr lang="en-US" dirty="0"/>
              <a:t>Ex.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FFDB4C37-9C36-9A96-5C1B-8EA897C4D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091" y="2009276"/>
            <a:ext cx="6422201" cy="795056"/>
          </a:xfrm>
          <a:prstGeom prst="rect">
            <a:avLst/>
          </a:prstGeom>
        </p:spPr>
      </p:pic>
      <p:pic>
        <p:nvPicPr>
          <p:cNvPr id="10" name="Picture 9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04530835-D1AA-483F-7D9E-60AE0E98F1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12" name="Picture 11" descr="A black text with numbers&#10;&#10;AI-generated content may be incorrect.">
            <a:extLst>
              <a:ext uri="{FF2B5EF4-FFF2-40B4-BE49-F238E27FC236}">
                <a16:creationId xmlns:a16="http://schemas.microsoft.com/office/drawing/2014/main" id="{EE64BFAB-C9B6-C5B5-1DCF-84CD99288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9592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86005-37AA-4C2B-4C87-9F38FC2B1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A9F66-AEB8-5726-B0B9-84920E9F5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BB3134D1-734B-A5C8-89A2-BA85D26FC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032375"/>
          </a:xfrm>
        </p:spPr>
        <p:txBody>
          <a:bodyPr/>
          <a:lstStyle/>
          <a:p>
            <a:r>
              <a:rPr lang="en-US" dirty="0"/>
              <a:t>Ex.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9AB0D53-369B-A85C-1F54-F620C38C9F09}"/>
              </a:ext>
            </a:extLst>
          </p:cNvPr>
          <p:cNvSpPr/>
          <p:nvPr/>
        </p:nvSpPr>
        <p:spPr>
          <a:xfrm>
            <a:off x="3877910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4C1B977-6DB2-1620-F458-BA3D0098682A}"/>
              </a:ext>
            </a:extLst>
          </p:cNvPr>
          <p:cNvSpPr/>
          <p:nvPr/>
        </p:nvSpPr>
        <p:spPr>
          <a:xfrm>
            <a:off x="4476359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9BE5275-D40E-CCBE-8FED-6F00FA43D979}"/>
              </a:ext>
            </a:extLst>
          </p:cNvPr>
          <p:cNvSpPr/>
          <p:nvPr/>
        </p:nvSpPr>
        <p:spPr>
          <a:xfrm>
            <a:off x="5074808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2639C9-341C-91D5-7132-CDCCAF7E64A9}"/>
              </a:ext>
            </a:extLst>
          </p:cNvPr>
          <p:cNvSpPr/>
          <p:nvPr/>
        </p:nvSpPr>
        <p:spPr>
          <a:xfrm>
            <a:off x="5673257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D12F962-9B6B-6947-0238-8BAADC591BEC}"/>
              </a:ext>
            </a:extLst>
          </p:cNvPr>
          <p:cNvSpPr/>
          <p:nvPr/>
        </p:nvSpPr>
        <p:spPr>
          <a:xfrm>
            <a:off x="3877910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996B350-424A-83B4-9869-5AF217B1D6CF}"/>
              </a:ext>
            </a:extLst>
          </p:cNvPr>
          <p:cNvSpPr/>
          <p:nvPr/>
        </p:nvSpPr>
        <p:spPr>
          <a:xfrm>
            <a:off x="4476359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3F10771-A9AE-144A-E027-52FD70D73A2F}"/>
              </a:ext>
            </a:extLst>
          </p:cNvPr>
          <p:cNvSpPr/>
          <p:nvPr/>
        </p:nvSpPr>
        <p:spPr>
          <a:xfrm>
            <a:off x="5074808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937C58C-B250-2F9F-F15D-85656F0C4CD7}"/>
              </a:ext>
            </a:extLst>
          </p:cNvPr>
          <p:cNvSpPr/>
          <p:nvPr/>
        </p:nvSpPr>
        <p:spPr>
          <a:xfrm>
            <a:off x="5673257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B2BA4FDB-DDAE-5B68-FEAF-13E07A3A2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1" y="3146653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1EF5C3A3-EE75-5F3B-989A-8C542C230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3115513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ED86B39E-A636-75FB-EBCC-354AAA73B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28" y="3126793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C1C0D868-0564-81A9-D531-99CAA74C44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658" y="3153297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FD4818A2-790C-3088-35D8-E15400738E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017" y="3843894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D70A2C9C-C4F3-D88B-8F74-4D8513AE7E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109" y="3828658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D873F73C-F308-F759-302C-AFF9416523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304" y="3828658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CA36AE8D-8E50-BEF7-FBDB-B08A90F8D57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221" y="3834929"/>
            <a:ext cx="276158" cy="2272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42937B7E-D8F6-E793-EA1D-7707F48C1AF6}"/>
              </a:ext>
            </a:extLst>
          </p:cNvPr>
          <p:cNvSpPr/>
          <p:nvPr/>
        </p:nvSpPr>
        <p:spPr>
          <a:xfrm>
            <a:off x="3642955" y="3010547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39E1CDC-ECBC-22C9-0315-4FBD2ACB9024}"/>
              </a:ext>
            </a:extLst>
          </p:cNvPr>
          <p:cNvSpPr/>
          <p:nvPr/>
        </p:nvSpPr>
        <p:spPr>
          <a:xfrm>
            <a:off x="4818192" y="3017252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D9E6DA8-F5C8-658C-C8F6-0D3AAF074778}"/>
              </a:ext>
            </a:extLst>
          </p:cNvPr>
          <p:cNvSpPr/>
          <p:nvPr/>
        </p:nvSpPr>
        <p:spPr>
          <a:xfrm>
            <a:off x="3642955" y="3686569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B7D1AA34-423B-1672-BFA8-C15E54A0D117}"/>
              </a:ext>
            </a:extLst>
          </p:cNvPr>
          <p:cNvSpPr/>
          <p:nvPr/>
        </p:nvSpPr>
        <p:spPr>
          <a:xfrm>
            <a:off x="4818192" y="3683395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2532B-1875-8562-08FB-3EC7E0360A5F}"/>
              </a:ext>
            </a:extLst>
          </p:cNvPr>
          <p:cNvSpPr txBox="1"/>
          <p:nvPr/>
        </p:nvSpPr>
        <p:spPr>
          <a:xfrm>
            <a:off x="4071098" y="3158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5C9A23-6363-ECE5-A11B-F6F0E5E269CF}"/>
              </a:ext>
            </a:extLst>
          </p:cNvPr>
          <p:cNvSpPr txBox="1"/>
          <p:nvPr/>
        </p:nvSpPr>
        <p:spPr>
          <a:xfrm>
            <a:off x="5268523" y="31688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6CCC8-F04A-1A2C-114D-33CE401226D6}"/>
              </a:ext>
            </a:extLst>
          </p:cNvPr>
          <p:cNvSpPr txBox="1"/>
          <p:nvPr/>
        </p:nvSpPr>
        <p:spPr>
          <a:xfrm>
            <a:off x="5266545" y="3831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309EA6-75B4-2188-4FA3-06F47DC8417D}"/>
              </a:ext>
            </a:extLst>
          </p:cNvPr>
          <p:cNvSpPr txBox="1"/>
          <p:nvPr/>
        </p:nvSpPr>
        <p:spPr>
          <a:xfrm>
            <a:off x="4079014" y="3831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A4043BB-8C1B-2F91-237F-7802D165D80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7091" y="2009276"/>
            <a:ext cx="6422201" cy="795056"/>
          </a:xfrm>
          <a:prstGeom prst="rect">
            <a:avLst/>
          </a:prstGeom>
        </p:spPr>
      </p:pic>
      <p:pic>
        <p:nvPicPr>
          <p:cNvPr id="4" name="Picture 3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E7D2211-7AF5-707B-4658-D1431185B75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9" name="Picture 8" descr="A black text with numbers&#10;&#10;AI-generated content may be incorrect.">
            <a:extLst>
              <a:ext uri="{FF2B5EF4-FFF2-40B4-BE49-F238E27FC236}">
                <a16:creationId xmlns:a16="http://schemas.microsoft.com/office/drawing/2014/main" id="{C5F9672A-24B7-CCB4-3B32-984C854BA0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1801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B44DC-5DDE-F999-2AEB-B2A93707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B354D-AFEE-35A7-914C-87595CBD8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E35C84BC-C596-271C-5B4C-5D86F39D2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032375"/>
          </a:xfrm>
        </p:spPr>
        <p:txBody>
          <a:bodyPr/>
          <a:lstStyle/>
          <a:p>
            <a:r>
              <a:rPr lang="en-US" dirty="0"/>
              <a:t>Ex.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general: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F60C44-0904-D86D-BC02-F5D3E70E365D}"/>
              </a:ext>
            </a:extLst>
          </p:cNvPr>
          <p:cNvSpPr/>
          <p:nvPr/>
        </p:nvSpPr>
        <p:spPr>
          <a:xfrm>
            <a:off x="3877910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A0CBB34-CA78-93AA-8103-7B7BA36F3DA6}"/>
              </a:ext>
            </a:extLst>
          </p:cNvPr>
          <p:cNvSpPr/>
          <p:nvPr/>
        </p:nvSpPr>
        <p:spPr>
          <a:xfrm>
            <a:off x="4476359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5A87819-20FE-5985-28FB-694ADAEBAA57}"/>
              </a:ext>
            </a:extLst>
          </p:cNvPr>
          <p:cNvSpPr/>
          <p:nvPr/>
        </p:nvSpPr>
        <p:spPr>
          <a:xfrm>
            <a:off x="5074808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EB14B64-950D-F3B0-12FF-8C2971D79A2C}"/>
              </a:ext>
            </a:extLst>
          </p:cNvPr>
          <p:cNvSpPr/>
          <p:nvPr/>
        </p:nvSpPr>
        <p:spPr>
          <a:xfrm>
            <a:off x="5673257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42119F3-E789-3FD8-EFD8-D6F87AD41C05}"/>
              </a:ext>
            </a:extLst>
          </p:cNvPr>
          <p:cNvSpPr/>
          <p:nvPr/>
        </p:nvSpPr>
        <p:spPr>
          <a:xfrm>
            <a:off x="3877910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F1B5CA8-C951-306A-3C32-BBA725E814B3}"/>
              </a:ext>
            </a:extLst>
          </p:cNvPr>
          <p:cNvSpPr/>
          <p:nvPr/>
        </p:nvSpPr>
        <p:spPr>
          <a:xfrm>
            <a:off x="4476359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6B38CF9-00B4-1818-02B7-C210C7EF443F}"/>
              </a:ext>
            </a:extLst>
          </p:cNvPr>
          <p:cNvSpPr/>
          <p:nvPr/>
        </p:nvSpPr>
        <p:spPr>
          <a:xfrm>
            <a:off x="5074808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BD9E328-71BB-1032-080E-2DD7DD9EE105}"/>
              </a:ext>
            </a:extLst>
          </p:cNvPr>
          <p:cNvSpPr/>
          <p:nvPr/>
        </p:nvSpPr>
        <p:spPr>
          <a:xfrm>
            <a:off x="5673257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A49D6AA3-E74E-B8D8-3879-F5AB927C1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1" y="3146653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48E80C34-3DD3-5074-0717-98DB10DE5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3115513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2D5A7718-343E-0767-C713-14778C6B1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28" y="3126793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D3D0B534-55AA-452A-F9DF-290F094A0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658" y="3153297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B939B9CF-BF48-9408-6D36-4F18EA50DD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017" y="3843894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C4B1E368-2DCA-04A0-9266-D4A2F14376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109" y="3828658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34C9EF23-6CAE-B902-5858-08AE80866B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304" y="3828658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876FE114-1B21-F71A-B1DD-74A966B86F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221" y="3834929"/>
            <a:ext cx="276158" cy="2272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C62F66D4-88C0-B119-1A52-A9BF49431954}"/>
              </a:ext>
            </a:extLst>
          </p:cNvPr>
          <p:cNvSpPr/>
          <p:nvPr/>
        </p:nvSpPr>
        <p:spPr>
          <a:xfrm>
            <a:off x="3642955" y="3010547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7B5534B0-A008-8A46-200D-21364035889D}"/>
              </a:ext>
            </a:extLst>
          </p:cNvPr>
          <p:cNvSpPr/>
          <p:nvPr/>
        </p:nvSpPr>
        <p:spPr>
          <a:xfrm>
            <a:off x="4818192" y="3017252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AD52E0E-3058-8C0A-2E66-12D488C41974}"/>
              </a:ext>
            </a:extLst>
          </p:cNvPr>
          <p:cNvSpPr/>
          <p:nvPr/>
        </p:nvSpPr>
        <p:spPr>
          <a:xfrm>
            <a:off x="3642955" y="3686569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0C9E74E-F772-989B-4EBA-AD997234E328}"/>
              </a:ext>
            </a:extLst>
          </p:cNvPr>
          <p:cNvSpPr/>
          <p:nvPr/>
        </p:nvSpPr>
        <p:spPr>
          <a:xfrm>
            <a:off x="4818192" y="3683395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358135-68E8-A83A-910D-7DBA3A03352F}"/>
              </a:ext>
            </a:extLst>
          </p:cNvPr>
          <p:cNvSpPr txBox="1"/>
          <p:nvPr/>
        </p:nvSpPr>
        <p:spPr>
          <a:xfrm>
            <a:off x="4071098" y="3158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F40477-D551-2A44-1C1D-4DED1CD5175F}"/>
              </a:ext>
            </a:extLst>
          </p:cNvPr>
          <p:cNvSpPr txBox="1"/>
          <p:nvPr/>
        </p:nvSpPr>
        <p:spPr>
          <a:xfrm>
            <a:off x="5268523" y="31688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AFCD5A-5754-C595-7A51-4A3FDA8F1EF3}"/>
              </a:ext>
            </a:extLst>
          </p:cNvPr>
          <p:cNvSpPr txBox="1"/>
          <p:nvPr/>
        </p:nvSpPr>
        <p:spPr>
          <a:xfrm>
            <a:off x="5266545" y="3831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A0E034-E333-F4B7-61FF-2955BB32195D}"/>
              </a:ext>
            </a:extLst>
          </p:cNvPr>
          <p:cNvSpPr txBox="1"/>
          <p:nvPr/>
        </p:nvSpPr>
        <p:spPr>
          <a:xfrm>
            <a:off x="4079014" y="3831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C0AEE8-B03E-59D1-D25B-9A5BEC3C15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475" y="4876022"/>
            <a:ext cx="5216016" cy="557687"/>
          </a:xfrm>
          <a:prstGeom prst="rect">
            <a:avLst/>
          </a:prstGeom>
        </p:spPr>
      </p:pic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25B15B1-62CF-7E00-6B9E-776C48A6B1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7091" y="2009276"/>
            <a:ext cx="6422201" cy="795056"/>
          </a:xfrm>
          <a:prstGeom prst="rect">
            <a:avLst/>
          </a:prstGeom>
        </p:spPr>
      </p:pic>
      <p:pic>
        <p:nvPicPr>
          <p:cNvPr id="20" name="Picture 19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DA48062F-D3F9-AB4B-89FB-657A024B154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21" name="Picture 20" descr="A black text with numbers&#10;&#10;AI-generated content may be incorrect.">
            <a:extLst>
              <a:ext uri="{FF2B5EF4-FFF2-40B4-BE49-F238E27FC236}">
                <a16:creationId xmlns:a16="http://schemas.microsoft.com/office/drawing/2014/main" id="{16D400EA-DE43-61A7-B31F-58FF856CD5B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70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3067A-3732-5318-CBE4-6315DAA3F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F8548-6245-BB9E-9603-461E8C8FE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7E6825CD-2EA5-FE19-8B13-1158B97A8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936" y="1809766"/>
            <a:ext cx="7886700" cy="5032375"/>
          </a:xfrm>
        </p:spPr>
        <p:txBody>
          <a:bodyPr/>
          <a:lstStyle/>
          <a:p>
            <a:r>
              <a:rPr lang="en-US" dirty="0"/>
              <a:t>Ex.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In general: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states are analogously “separable!”  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12D850-ACD9-4475-7C9A-4A4BDDD7DCE4}"/>
              </a:ext>
            </a:extLst>
          </p:cNvPr>
          <p:cNvSpPr/>
          <p:nvPr/>
        </p:nvSpPr>
        <p:spPr>
          <a:xfrm>
            <a:off x="3877910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01A0117-506C-BD19-C092-FFAED9163C8C}"/>
              </a:ext>
            </a:extLst>
          </p:cNvPr>
          <p:cNvSpPr/>
          <p:nvPr/>
        </p:nvSpPr>
        <p:spPr>
          <a:xfrm>
            <a:off x="4476359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76CBDABE-488F-A5B6-D4F2-1951DF589E25}"/>
              </a:ext>
            </a:extLst>
          </p:cNvPr>
          <p:cNvSpPr/>
          <p:nvPr/>
        </p:nvSpPr>
        <p:spPr>
          <a:xfrm>
            <a:off x="5074808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F00A6E4-981F-FF07-0474-5BAB4E09D831}"/>
              </a:ext>
            </a:extLst>
          </p:cNvPr>
          <p:cNvSpPr/>
          <p:nvPr/>
        </p:nvSpPr>
        <p:spPr>
          <a:xfrm>
            <a:off x="5673257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8BD3B0B5-EB8A-B1E7-7E8C-2512E50A78B8}"/>
              </a:ext>
            </a:extLst>
          </p:cNvPr>
          <p:cNvSpPr/>
          <p:nvPr/>
        </p:nvSpPr>
        <p:spPr>
          <a:xfrm>
            <a:off x="3877910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6945A9A-19D9-2D11-7198-97C8D1E82757}"/>
              </a:ext>
            </a:extLst>
          </p:cNvPr>
          <p:cNvSpPr/>
          <p:nvPr/>
        </p:nvSpPr>
        <p:spPr>
          <a:xfrm>
            <a:off x="4476359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744F110-F2B2-12FF-0A5D-7C057F827127}"/>
              </a:ext>
            </a:extLst>
          </p:cNvPr>
          <p:cNvSpPr/>
          <p:nvPr/>
        </p:nvSpPr>
        <p:spPr>
          <a:xfrm>
            <a:off x="5074808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E88677-251F-E884-6001-3B87269FD873}"/>
              </a:ext>
            </a:extLst>
          </p:cNvPr>
          <p:cNvSpPr/>
          <p:nvPr/>
        </p:nvSpPr>
        <p:spPr>
          <a:xfrm>
            <a:off x="5673257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8F9EE7A7-D28B-2492-F069-FCFD3BF34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1" y="3146653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DB7E8672-81E3-57A1-5D43-FF24F58FF0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3115513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FD398ABC-04B4-CD0A-EFAB-C7A78D9296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28" y="3126793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2C515407-5C8E-B14C-8621-2868CADAEA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658" y="3153297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5AA0C4B6-1767-1B50-C860-63A97CD265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017" y="3843894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547A7F56-83F8-409E-672E-1D4A2EB3D8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109" y="3828658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7AD96002-8979-0E59-5717-88441D79E25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304" y="3828658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3ADC3609-DCF8-1626-9A15-4B7E97CF0B4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221" y="3834929"/>
            <a:ext cx="276158" cy="2272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27424BD6-D4B4-CE69-3CD6-AA46C5B23B07}"/>
              </a:ext>
            </a:extLst>
          </p:cNvPr>
          <p:cNvSpPr/>
          <p:nvPr/>
        </p:nvSpPr>
        <p:spPr>
          <a:xfrm>
            <a:off x="3642955" y="3010547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F78DCE39-F341-2D16-0DF0-9FDEC907A949}"/>
              </a:ext>
            </a:extLst>
          </p:cNvPr>
          <p:cNvSpPr/>
          <p:nvPr/>
        </p:nvSpPr>
        <p:spPr>
          <a:xfrm>
            <a:off x="4818192" y="3017252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53C6D9FB-43AE-9DCB-F105-8973AB2D5666}"/>
              </a:ext>
            </a:extLst>
          </p:cNvPr>
          <p:cNvSpPr/>
          <p:nvPr/>
        </p:nvSpPr>
        <p:spPr>
          <a:xfrm>
            <a:off x="3642955" y="3686569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84B917F7-3EEB-D5D6-EEA4-1F7931DD1B6F}"/>
              </a:ext>
            </a:extLst>
          </p:cNvPr>
          <p:cNvSpPr/>
          <p:nvPr/>
        </p:nvSpPr>
        <p:spPr>
          <a:xfrm>
            <a:off x="4818192" y="3683395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77A522-2BE7-68A8-C1D0-CDAAA9496102}"/>
              </a:ext>
            </a:extLst>
          </p:cNvPr>
          <p:cNvSpPr txBox="1"/>
          <p:nvPr/>
        </p:nvSpPr>
        <p:spPr>
          <a:xfrm>
            <a:off x="4071098" y="31589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8E1858-E4B2-43DB-2181-2E4D6662D4A2}"/>
              </a:ext>
            </a:extLst>
          </p:cNvPr>
          <p:cNvSpPr txBox="1"/>
          <p:nvPr/>
        </p:nvSpPr>
        <p:spPr>
          <a:xfrm>
            <a:off x="5268523" y="316885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78845F5-59BB-9FDD-2F86-90334C8DBE55}"/>
              </a:ext>
            </a:extLst>
          </p:cNvPr>
          <p:cNvSpPr txBox="1"/>
          <p:nvPr/>
        </p:nvSpPr>
        <p:spPr>
          <a:xfrm>
            <a:off x="5266545" y="383189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29BD7-9B0A-3CE0-266A-CD138F9F99ED}"/>
              </a:ext>
            </a:extLst>
          </p:cNvPr>
          <p:cNvSpPr txBox="1"/>
          <p:nvPr/>
        </p:nvSpPr>
        <p:spPr>
          <a:xfrm>
            <a:off x="4079014" y="383188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FF0000"/>
                </a:solidFill>
              </a:rPr>
              <a:t>0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4F0F8DF-A862-E828-A9A5-07A6A83BF2D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7475" y="4876022"/>
            <a:ext cx="5216016" cy="557687"/>
          </a:xfrm>
          <a:prstGeom prst="rect">
            <a:avLst/>
          </a:prstGeom>
        </p:spPr>
      </p:pic>
      <p:pic>
        <p:nvPicPr>
          <p:cNvPr id="18" name="Picture 1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6906CEA-20B0-0506-DD4E-0C20D74E95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07091" y="2009276"/>
            <a:ext cx="6422201" cy="795056"/>
          </a:xfrm>
          <a:prstGeom prst="rect">
            <a:avLst/>
          </a:prstGeom>
        </p:spPr>
      </p:pic>
      <p:pic>
        <p:nvPicPr>
          <p:cNvPr id="3" name="Picture 2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81698DCB-CB6C-DBB8-8EF7-53E64986B0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1428" y="246049"/>
            <a:ext cx="1889607" cy="567729"/>
          </a:xfrm>
          <a:prstGeom prst="rect">
            <a:avLst/>
          </a:prstGeom>
        </p:spPr>
      </p:pic>
      <p:pic>
        <p:nvPicPr>
          <p:cNvPr id="4" name="Picture 3" descr="A black text with numbers&#10;&#10;AI-generated content may be incorrect.">
            <a:extLst>
              <a:ext uri="{FF2B5EF4-FFF2-40B4-BE49-F238E27FC236}">
                <a16:creationId xmlns:a16="http://schemas.microsoft.com/office/drawing/2014/main" id="{09800F31-8158-1086-E3C8-35122285DB0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1428" y="813778"/>
            <a:ext cx="2005221" cy="57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683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B2080-478B-37B1-211A-9222976D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AA033-3C84-87CE-6CD1-25689B141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04A2CE3-4769-8260-B0DF-BE6A267A7C2E}"/>
              </a:ext>
            </a:extLst>
          </p:cNvPr>
          <p:cNvSpPr/>
          <p:nvPr/>
        </p:nvSpPr>
        <p:spPr>
          <a:xfrm>
            <a:off x="3877910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D44602-DFEA-16EF-CF5D-4D5943A7ADD1}"/>
              </a:ext>
            </a:extLst>
          </p:cNvPr>
          <p:cNvSpPr/>
          <p:nvPr/>
        </p:nvSpPr>
        <p:spPr>
          <a:xfrm>
            <a:off x="4476359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1B188D6-FC78-6874-143D-DCAC78B30755}"/>
              </a:ext>
            </a:extLst>
          </p:cNvPr>
          <p:cNvSpPr/>
          <p:nvPr/>
        </p:nvSpPr>
        <p:spPr>
          <a:xfrm>
            <a:off x="5074808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F92B4430-8E6D-802F-0FCD-85CBC972765D}"/>
              </a:ext>
            </a:extLst>
          </p:cNvPr>
          <p:cNvSpPr/>
          <p:nvPr/>
        </p:nvSpPr>
        <p:spPr>
          <a:xfrm>
            <a:off x="5673257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7C60EC-774C-CAA0-D56A-065FB1088DC8}"/>
              </a:ext>
            </a:extLst>
          </p:cNvPr>
          <p:cNvSpPr/>
          <p:nvPr/>
        </p:nvSpPr>
        <p:spPr>
          <a:xfrm>
            <a:off x="3877910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9A37FF7-488B-98BB-59BD-330CF87CF607}"/>
              </a:ext>
            </a:extLst>
          </p:cNvPr>
          <p:cNvSpPr/>
          <p:nvPr/>
        </p:nvSpPr>
        <p:spPr>
          <a:xfrm>
            <a:off x="4476359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88D1F1C8-3B2D-2111-6959-E4CAA6044ABA}"/>
              </a:ext>
            </a:extLst>
          </p:cNvPr>
          <p:cNvSpPr/>
          <p:nvPr/>
        </p:nvSpPr>
        <p:spPr>
          <a:xfrm>
            <a:off x="5074808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B721FA8-C862-9C9C-17CB-84E6F6085215}"/>
              </a:ext>
            </a:extLst>
          </p:cNvPr>
          <p:cNvSpPr/>
          <p:nvPr/>
        </p:nvSpPr>
        <p:spPr>
          <a:xfrm>
            <a:off x="5673257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104A331D-074E-7D2A-1C39-BA6848DDA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1" y="3146653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1DE957AE-9A65-3B74-05A2-23D6A633D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3115513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293E4297-BEAA-7FFF-092E-75F1273196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28" y="3126793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8401C06B-9A02-3251-BB60-B0167E47E2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658" y="3153297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6785EA1D-CFD3-0D6E-B2A7-9C216715F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017" y="3843894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5D79B1B9-50AD-35AB-DA7C-8C7BF4043E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109" y="3828658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DCC95151-1F2A-9922-7D79-37DAEDDE8C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304" y="3828658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3150DE80-DA19-FDE8-EAE3-9CA5747091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221" y="3834929"/>
            <a:ext cx="276158" cy="2272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8EAFEE60-AC5C-3A17-40DF-BED98C523433}"/>
              </a:ext>
            </a:extLst>
          </p:cNvPr>
          <p:cNvSpPr/>
          <p:nvPr/>
        </p:nvSpPr>
        <p:spPr>
          <a:xfrm>
            <a:off x="3642955" y="3010547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E9289529-7F37-2AEA-AD1D-8F35C2C3D577}"/>
              </a:ext>
            </a:extLst>
          </p:cNvPr>
          <p:cNvSpPr/>
          <p:nvPr/>
        </p:nvSpPr>
        <p:spPr>
          <a:xfrm>
            <a:off x="4818192" y="3017252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894DF12F-ED02-9EA5-1B46-94BD19F81B80}"/>
              </a:ext>
            </a:extLst>
          </p:cNvPr>
          <p:cNvSpPr/>
          <p:nvPr/>
        </p:nvSpPr>
        <p:spPr>
          <a:xfrm>
            <a:off x="3642955" y="3686569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5AE785E2-3755-F599-8982-00D8A1DB4700}"/>
              </a:ext>
            </a:extLst>
          </p:cNvPr>
          <p:cNvSpPr/>
          <p:nvPr/>
        </p:nvSpPr>
        <p:spPr>
          <a:xfrm>
            <a:off x="4818192" y="3683395"/>
            <a:ext cx="1144374" cy="666143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7370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CF323-9942-6FE4-0555-6B53F8440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7BD58-FEA3-7842-2C61-A64436387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851E1DD-427D-06D3-63B6-85FD41C9F7D2}"/>
              </a:ext>
            </a:extLst>
          </p:cNvPr>
          <p:cNvSpPr/>
          <p:nvPr/>
        </p:nvSpPr>
        <p:spPr>
          <a:xfrm>
            <a:off x="3877910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BB2A135-2CB0-18C5-AE14-4E3F322D8754}"/>
              </a:ext>
            </a:extLst>
          </p:cNvPr>
          <p:cNvSpPr/>
          <p:nvPr/>
        </p:nvSpPr>
        <p:spPr>
          <a:xfrm>
            <a:off x="4476359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DBEA1B1-ECAD-B25F-1FC6-1A10958F4C9F}"/>
              </a:ext>
            </a:extLst>
          </p:cNvPr>
          <p:cNvSpPr/>
          <p:nvPr/>
        </p:nvSpPr>
        <p:spPr>
          <a:xfrm>
            <a:off x="5074808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07CECEF-728A-6C87-1D73-6CCBDF0FCBA3}"/>
              </a:ext>
            </a:extLst>
          </p:cNvPr>
          <p:cNvSpPr/>
          <p:nvPr/>
        </p:nvSpPr>
        <p:spPr>
          <a:xfrm>
            <a:off x="5673257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7927576-A714-2160-A73E-EFFC7B87D884}"/>
              </a:ext>
            </a:extLst>
          </p:cNvPr>
          <p:cNvSpPr/>
          <p:nvPr/>
        </p:nvSpPr>
        <p:spPr>
          <a:xfrm>
            <a:off x="3877910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B6C847A-E6B8-5171-D656-19C5301DC27B}"/>
              </a:ext>
            </a:extLst>
          </p:cNvPr>
          <p:cNvSpPr/>
          <p:nvPr/>
        </p:nvSpPr>
        <p:spPr>
          <a:xfrm>
            <a:off x="4476359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DA4CA2-2D70-B022-3F85-505BD778274E}"/>
              </a:ext>
            </a:extLst>
          </p:cNvPr>
          <p:cNvSpPr/>
          <p:nvPr/>
        </p:nvSpPr>
        <p:spPr>
          <a:xfrm>
            <a:off x="5074808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0D093A3-8513-CCF4-6F76-2683CEEA6599}"/>
              </a:ext>
            </a:extLst>
          </p:cNvPr>
          <p:cNvSpPr/>
          <p:nvPr/>
        </p:nvSpPr>
        <p:spPr>
          <a:xfrm>
            <a:off x="5673257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166802F4-F8BB-3345-7FE0-E8D1A3F73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1" y="3146653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7596D76C-2A45-9AF3-F3AF-9DDE23534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3115513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499B2A18-3511-979B-E59A-696D7BF34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28" y="3126793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349A6792-4AFA-3398-5D33-C220A32CC5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658" y="3153297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82E9B059-D8B0-0C18-D6F6-C070A4026E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017" y="3843894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33756D25-E24F-396B-7C8B-C55105392B6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109" y="3828658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2A7FD512-6931-B3D7-2C54-FD59F737FEA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304" y="3828658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63DED6F1-9804-21BC-5D44-8A59B76B75B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221" y="3834929"/>
            <a:ext cx="276158" cy="2272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51E43F4B-579E-884E-AC50-B6D33444F7CB}"/>
              </a:ext>
            </a:extLst>
          </p:cNvPr>
          <p:cNvSpPr/>
          <p:nvPr/>
        </p:nvSpPr>
        <p:spPr>
          <a:xfrm>
            <a:off x="3642955" y="3010547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514D406-DD7F-CF4F-6713-0B63C7BFEC8F}"/>
              </a:ext>
            </a:extLst>
          </p:cNvPr>
          <p:cNvSpPr/>
          <p:nvPr/>
        </p:nvSpPr>
        <p:spPr>
          <a:xfrm>
            <a:off x="4234677" y="3010546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D13C170-ED09-CAB8-E641-60671649577D}"/>
              </a:ext>
            </a:extLst>
          </p:cNvPr>
          <p:cNvSpPr/>
          <p:nvPr/>
        </p:nvSpPr>
        <p:spPr>
          <a:xfrm>
            <a:off x="4826399" y="3022091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2A22E6-DAE2-352F-4B41-2F1DFC373214}"/>
              </a:ext>
            </a:extLst>
          </p:cNvPr>
          <p:cNvSpPr/>
          <p:nvPr/>
        </p:nvSpPr>
        <p:spPr>
          <a:xfrm>
            <a:off x="5439221" y="3022091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4459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9EE2-3661-7923-507B-11761C890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B733-65F2-BC2C-24C5-8B81365B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A2BD67A-83E3-398E-8637-152B1B7476EB}"/>
              </a:ext>
            </a:extLst>
          </p:cNvPr>
          <p:cNvSpPr/>
          <p:nvPr/>
        </p:nvSpPr>
        <p:spPr>
          <a:xfrm>
            <a:off x="3877910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927890F-7BF0-F97F-1736-846CB8FCF8D6}"/>
              </a:ext>
            </a:extLst>
          </p:cNvPr>
          <p:cNvSpPr/>
          <p:nvPr/>
        </p:nvSpPr>
        <p:spPr>
          <a:xfrm>
            <a:off x="4476359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94FB577-3E3A-95D8-89AF-9A4FA1060863}"/>
              </a:ext>
            </a:extLst>
          </p:cNvPr>
          <p:cNvSpPr/>
          <p:nvPr/>
        </p:nvSpPr>
        <p:spPr>
          <a:xfrm>
            <a:off x="5074808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2F59602-2A4F-D167-2C96-A6425B755618}"/>
              </a:ext>
            </a:extLst>
          </p:cNvPr>
          <p:cNvSpPr/>
          <p:nvPr/>
        </p:nvSpPr>
        <p:spPr>
          <a:xfrm>
            <a:off x="5673257" y="348663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757F9DB-40D0-D9BF-8B0D-357A957D8E50}"/>
              </a:ext>
            </a:extLst>
          </p:cNvPr>
          <p:cNvSpPr/>
          <p:nvPr/>
        </p:nvSpPr>
        <p:spPr>
          <a:xfrm>
            <a:off x="3877910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D2445EB-58DF-CF3B-4F92-055AF23ACCF0}"/>
              </a:ext>
            </a:extLst>
          </p:cNvPr>
          <p:cNvSpPr/>
          <p:nvPr/>
        </p:nvSpPr>
        <p:spPr>
          <a:xfrm>
            <a:off x="4476359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BE7908-C83D-AA44-208D-C7B37BA2A965}"/>
              </a:ext>
            </a:extLst>
          </p:cNvPr>
          <p:cNvSpPr/>
          <p:nvPr/>
        </p:nvSpPr>
        <p:spPr>
          <a:xfrm>
            <a:off x="5074808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E2E013A-DDB2-CBEA-4931-31D80034E6A0}"/>
              </a:ext>
            </a:extLst>
          </p:cNvPr>
          <p:cNvSpPr/>
          <p:nvPr/>
        </p:nvSpPr>
        <p:spPr>
          <a:xfrm>
            <a:off x="5673257" y="413617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Picture 39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64F3940E-B95C-41F0-DF54-626766ACC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911" y="3146653"/>
            <a:ext cx="309998" cy="264410"/>
          </a:xfrm>
          <a:prstGeom prst="rect">
            <a:avLst/>
          </a:prstGeom>
        </p:spPr>
      </p:pic>
      <p:pic>
        <p:nvPicPr>
          <p:cNvPr id="42" name="Picture 4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ED13DF6A-044F-BFE8-23F1-7CC479903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345" y="3115513"/>
            <a:ext cx="322580" cy="293692"/>
          </a:xfrm>
          <a:prstGeom prst="rect">
            <a:avLst/>
          </a:prstGeom>
        </p:spPr>
      </p:pic>
      <p:pic>
        <p:nvPicPr>
          <p:cNvPr id="44" name="Picture 43" descr="A black number and a number&#10;&#10;AI-generated content may be incorrect.">
            <a:extLst>
              <a:ext uri="{FF2B5EF4-FFF2-40B4-BE49-F238E27FC236}">
                <a16:creationId xmlns:a16="http://schemas.microsoft.com/office/drawing/2014/main" id="{52E169AC-63AC-C484-664F-84831C9C4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6728" y="3126793"/>
            <a:ext cx="327956" cy="293692"/>
          </a:xfrm>
          <a:prstGeom prst="rect">
            <a:avLst/>
          </a:prstGeom>
        </p:spPr>
      </p:pic>
      <p:pic>
        <p:nvPicPr>
          <p:cNvPr id="46" name="Picture 45" descr="A black number and a white background&#10;&#10;AI-generated content may be incorrect.">
            <a:extLst>
              <a:ext uri="{FF2B5EF4-FFF2-40B4-BE49-F238E27FC236}">
                <a16:creationId xmlns:a16="http://schemas.microsoft.com/office/drawing/2014/main" id="{44951349-5398-9FD8-BBDA-111081BE72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7658" y="3153297"/>
            <a:ext cx="311285" cy="240684"/>
          </a:xfrm>
          <a:prstGeom prst="rect">
            <a:avLst/>
          </a:prstGeom>
        </p:spPr>
      </p:pic>
      <p:pic>
        <p:nvPicPr>
          <p:cNvPr id="48" name="Picture 47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45B7D729-CDD7-FD9F-E26F-2DF1CBC345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7017" y="3843894"/>
            <a:ext cx="277117" cy="227298"/>
          </a:xfrm>
          <a:prstGeom prst="rect">
            <a:avLst/>
          </a:prstGeom>
        </p:spPr>
      </p:pic>
      <p:pic>
        <p:nvPicPr>
          <p:cNvPr id="50" name="Picture 49" descr="A black and white symbol&#10;&#10;AI-generated content may be incorrect.">
            <a:extLst>
              <a:ext uri="{FF2B5EF4-FFF2-40B4-BE49-F238E27FC236}">
                <a16:creationId xmlns:a16="http://schemas.microsoft.com/office/drawing/2014/main" id="{FD8163C7-30FB-44B7-AACC-6CB881E375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3109" y="3828658"/>
            <a:ext cx="295709" cy="227299"/>
          </a:xfrm>
          <a:prstGeom prst="rect">
            <a:avLst/>
          </a:prstGeom>
        </p:spPr>
      </p:pic>
      <p:pic>
        <p:nvPicPr>
          <p:cNvPr id="52" name="Picture 51" descr="A black number on a white background&#10;&#10;AI-generated content may be incorrect.">
            <a:extLst>
              <a:ext uri="{FF2B5EF4-FFF2-40B4-BE49-F238E27FC236}">
                <a16:creationId xmlns:a16="http://schemas.microsoft.com/office/drawing/2014/main" id="{4555470E-5BDD-D044-B3DC-B66F3FA543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5304" y="3828658"/>
            <a:ext cx="295709" cy="237901"/>
          </a:xfrm>
          <a:prstGeom prst="rect">
            <a:avLst/>
          </a:prstGeom>
        </p:spPr>
      </p:pic>
      <p:pic>
        <p:nvPicPr>
          <p:cNvPr id="54" name="Picture 53" descr="A black number and number eight&#10;&#10;AI-generated content may be incorrect.">
            <a:extLst>
              <a:ext uri="{FF2B5EF4-FFF2-40B4-BE49-F238E27FC236}">
                <a16:creationId xmlns:a16="http://schemas.microsoft.com/office/drawing/2014/main" id="{7CAFFF76-C7FF-C6D9-7D06-43AA771D320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5221" y="3834929"/>
            <a:ext cx="276158" cy="227299"/>
          </a:xfrm>
          <a:prstGeom prst="rect">
            <a:avLst/>
          </a:prstGeom>
        </p:spPr>
      </p:pic>
      <p:sp>
        <p:nvSpPr>
          <p:cNvPr id="57" name="Oval 56">
            <a:extLst>
              <a:ext uri="{FF2B5EF4-FFF2-40B4-BE49-F238E27FC236}">
                <a16:creationId xmlns:a16="http://schemas.microsoft.com/office/drawing/2014/main" id="{9A40C61D-BE98-D0D3-CDFB-E89E9F237B9A}"/>
              </a:ext>
            </a:extLst>
          </p:cNvPr>
          <p:cNvSpPr/>
          <p:nvPr/>
        </p:nvSpPr>
        <p:spPr>
          <a:xfrm>
            <a:off x="3642955" y="3010547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5DB4253-F7B8-0B86-1313-CDE7B9EE4416}"/>
              </a:ext>
            </a:extLst>
          </p:cNvPr>
          <p:cNvSpPr/>
          <p:nvPr/>
        </p:nvSpPr>
        <p:spPr>
          <a:xfrm>
            <a:off x="4234677" y="3010546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F6A2DD6-3665-AB80-8899-8519480E7C59}"/>
              </a:ext>
            </a:extLst>
          </p:cNvPr>
          <p:cNvSpPr/>
          <p:nvPr/>
        </p:nvSpPr>
        <p:spPr>
          <a:xfrm>
            <a:off x="4826399" y="3022091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8AAFE2-F14F-3F00-84AF-34AFD8C8806F}"/>
              </a:ext>
            </a:extLst>
          </p:cNvPr>
          <p:cNvSpPr/>
          <p:nvPr/>
        </p:nvSpPr>
        <p:spPr>
          <a:xfrm>
            <a:off x="5439221" y="3022091"/>
            <a:ext cx="530430" cy="1325415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 descr="A close up of a number&#10;&#10;AI-generated content may be incorrect.">
            <a:extLst>
              <a:ext uri="{FF2B5EF4-FFF2-40B4-BE49-F238E27FC236}">
                <a16:creationId xmlns:a16="http://schemas.microsoft.com/office/drawing/2014/main" id="{934F3FE3-3037-155B-F9E1-661710EFCB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22495" y="1791300"/>
            <a:ext cx="6085223" cy="860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947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220F-24DB-4F61-87E4-C31058021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66BC3-93F1-2D10-3469-F5CEEC37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156A26-BC1E-EEC0-D0B2-B8B7C690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961" y="4858854"/>
            <a:ext cx="2634986" cy="150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9498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EA5D3-5468-6A5A-3D70-C60A24EB9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594736B-3D69-3420-C359-E07C9E7F3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95" y="3073317"/>
            <a:ext cx="486596" cy="246116"/>
          </a:xfrm>
          <a:prstGeom prst="rect">
            <a:avLst/>
          </a:prstGeom>
        </p:spPr>
      </p:pic>
      <p:pic>
        <p:nvPicPr>
          <p:cNvPr id="11" name="Picture 10" descr="A black number with a white background&#10;&#10;AI-generated content may be incorrect.">
            <a:extLst>
              <a:ext uri="{FF2B5EF4-FFF2-40B4-BE49-F238E27FC236}">
                <a16:creationId xmlns:a16="http://schemas.microsoft.com/office/drawing/2014/main" id="{72577E6E-598C-D73B-3F86-C43E1921A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1183" y="2990931"/>
            <a:ext cx="340634" cy="381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4D629-E7B4-49F8-00F0-2B2F649FD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C5FE7CB-B153-856C-E061-A718E3637F69}"/>
              </a:ext>
            </a:extLst>
          </p:cNvPr>
          <p:cNvSpPr/>
          <p:nvPr/>
        </p:nvSpPr>
        <p:spPr>
          <a:xfrm>
            <a:off x="4212125" y="338882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A4A3DDF-70CC-D6A6-E843-03EC58CC687D}"/>
              </a:ext>
            </a:extLst>
          </p:cNvPr>
          <p:cNvSpPr/>
          <p:nvPr/>
        </p:nvSpPr>
        <p:spPr>
          <a:xfrm>
            <a:off x="4212125" y="398396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51747D7B-FC1A-6D3A-06DE-D4B0CC1EF51C}"/>
              </a:ext>
            </a:extLst>
          </p:cNvPr>
          <p:cNvSpPr/>
          <p:nvPr/>
        </p:nvSpPr>
        <p:spPr>
          <a:xfrm>
            <a:off x="3935344" y="2753056"/>
            <a:ext cx="636656" cy="1590849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4A8BC9-DE74-B9A5-A48D-6EBB80A47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61" y="4858854"/>
            <a:ext cx="2634986" cy="1501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B802142-A074-1C3F-A59C-FE666EBADC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087" y="2012828"/>
            <a:ext cx="4763825" cy="5587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C373EDA-3B2A-F113-997F-3D2FD5953CBC}"/>
              </a:ext>
            </a:extLst>
          </p:cNvPr>
          <p:cNvSpPr txBox="1"/>
          <p:nvPr/>
        </p:nvSpPr>
        <p:spPr>
          <a:xfrm>
            <a:off x="4673132" y="3319433"/>
            <a:ext cx="4058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…</a:t>
            </a:r>
          </a:p>
        </p:txBody>
      </p:sp>
      <p:pic>
        <p:nvPicPr>
          <p:cNvPr id="31" name="Picture 30" descr="A black number and symbol&#10;&#10;AI-generated content may be incorrect.">
            <a:extLst>
              <a:ext uri="{FF2B5EF4-FFF2-40B4-BE49-F238E27FC236}">
                <a16:creationId xmlns:a16="http://schemas.microsoft.com/office/drawing/2014/main" id="{7F8CCA0D-51E1-05ED-7A39-52DBF25260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607" y="3618698"/>
            <a:ext cx="340634" cy="300561"/>
          </a:xfrm>
          <a:prstGeom prst="rect">
            <a:avLst/>
          </a:prstGeom>
        </p:spPr>
      </p:pic>
      <p:pic>
        <p:nvPicPr>
          <p:cNvPr id="37" name="Picture 36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C9A4BED2-BB25-8E9F-3BCD-D81D4BB667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2017" y="3661873"/>
            <a:ext cx="403752" cy="285344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DC7B752-BA57-2E8E-B3A8-B78DB7314067}"/>
              </a:ext>
            </a:extLst>
          </p:cNvPr>
          <p:cNvSpPr/>
          <p:nvPr/>
        </p:nvSpPr>
        <p:spPr>
          <a:xfrm>
            <a:off x="5456925" y="338999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2ACB59-652C-1DDE-36EE-E7957F40A336}"/>
              </a:ext>
            </a:extLst>
          </p:cNvPr>
          <p:cNvSpPr/>
          <p:nvPr/>
        </p:nvSpPr>
        <p:spPr>
          <a:xfrm>
            <a:off x="5456925" y="3985126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03779A6-2D0C-0B5A-EC52-42C20BD19E47}"/>
              </a:ext>
            </a:extLst>
          </p:cNvPr>
          <p:cNvSpPr/>
          <p:nvPr/>
        </p:nvSpPr>
        <p:spPr>
          <a:xfrm>
            <a:off x="5180144" y="2754220"/>
            <a:ext cx="636656" cy="1590849"/>
          </a:xfrm>
          <a:prstGeom prst="ellipse">
            <a:avLst/>
          </a:prstGeom>
          <a:noFill/>
          <a:ln w="254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052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D1F95-D1E0-1B9A-B8DA-D5C8C1950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36CC2912-D518-399B-9477-11B4A2E7B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0617" y="3188333"/>
            <a:ext cx="391565" cy="198050"/>
          </a:xfrm>
          <a:prstGeom prst="rect">
            <a:avLst/>
          </a:prstGeom>
        </p:spPr>
      </p:pic>
      <p:pic>
        <p:nvPicPr>
          <p:cNvPr id="11" name="Picture 10" descr="A black number with a white background&#10;&#10;AI-generated content may be incorrect.">
            <a:extLst>
              <a:ext uri="{FF2B5EF4-FFF2-40B4-BE49-F238E27FC236}">
                <a16:creationId xmlns:a16="http://schemas.microsoft.com/office/drawing/2014/main" id="{7A443DC3-82A4-5DD1-3263-81C1FB692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4565" y="3197718"/>
            <a:ext cx="241993" cy="2710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19ED00-DCEE-3318-B39E-EA68EF5B7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Pure Gaussian States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ECB04A5-CBF3-CE0F-B805-8D86570CFC71}"/>
              </a:ext>
            </a:extLst>
          </p:cNvPr>
          <p:cNvSpPr/>
          <p:nvPr/>
        </p:nvSpPr>
        <p:spPr>
          <a:xfrm>
            <a:off x="4276525" y="349458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9EDBA79-063B-B0A3-33D2-7E3CF35D2FD4}"/>
              </a:ext>
            </a:extLst>
          </p:cNvPr>
          <p:cNvSpPr/>
          <p:nvPr/>
        </p:nvSpPr>
        <p:spPr>
          <a:xfrm>
            <a:off x="5401795" y="346875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99EBF9-A814-085B-F223-B182A4C27272}"/>
              </a:ext>
            </a:extLst>
          </p:cNvPr>
          <p:cNvSpPr/>
          <p:nvPr/>
        </p:nvSpPr>
        <p:spPr>
          <a:xfrm>
            <a:off x="4276525" y="414412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ECE00DA-376C-A270-EAFA-F958A0C7C530}"/>
              </a:ext>
            </a:extLst>
          </p:cNvPr>
          <p:cNvSpPr/>
          <p:nvPr/>
        </p:nvSpPr>
        <p:spPr>
          <a:xfrm>
            <a:off x="5401795" y="41182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67357FAE-B660-CD9A-558D-38A9DF298028}"/>
              </a:ext>
            </a:extLst>
          </p:cNvPr>
          <p:cNvSpPr/>
          <p:nvPr/>
        </p:nvSpPr>
        <p:spPr>
          <a:xfrm>
            <a:off x="4041570" y="3018490"/>
            <a:ext cx="530430" cy="1325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C86E77B-EC06-F222-B777-2E900020C3A8}"/>
              </a:ext>
            </a:extLst>
          </p:cNvPr>
          <p:cNvSpPr/>
          <p:nvPr/>
        </p:nvSpPr>
        <p:spPr>
          <a:xfrm>
            <a:off x="5167759" y="3004203"/>
            <a:ext cx="530430" cy="1325415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3AB7E8-B91F-BFA9-BBDB-136A5C88F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5961" y="4858854"/>
            <a:ext cx="2634986" cy="15015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B76A557-C9EC-F890-1C58-13DF247D0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0087" y="2012828"/>
            <a:ext cx="4763825" cy="55872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D076C1C-76F9-C310-296A-87D90E2EA1D1}"/>
              </a:ext>
            </a:extLst>
          </p:cNvPr>
          <p:cNvSpPr txBox="1"/>
          <p:nvPr/>
        </p:nvSpPr>
        <p:spPr>
          <a:xfrm>
            <a:off x="4673132" y="3319433"/>
            <a:ext cx="40588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00" dirty="0"/>
              <a:t>…</a:t>
            </a:r>
          </a:p>
        </p:txBody>
      </p:sp>
      <p:pic>
        <p:nvPicPr>
          <p:cNvPr id="31" name="Picture 30" descr="A black number and symbol&#10;&#10;AI-generated content may be incorrect.">
            <a:extLst>
              <a:ext uri="{FF2B5EF4-FFF2-40B4-BE49-F238E27FC236}">
                <a16:creationId xmlns:a16="http://schemas.microsoft.com/office/drawing/2014/main" id="{0EAB2FE4-C52B-FFFA-81C0-E337F72215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8873" y="3860696"/>
            <a:ext cx="241993" cy="213524"/>
          </a:xfrm>
          <a:prstGeom prst="rect">
            <a:avLst/>
          </a:prstGeom>
        </p:spPr>
      </p:pic>
      <p:pic>
        <p:nvPicPr>
          <p:cNvPr id="37" name="Picture 36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EDE8546C-94E5-7DBC-22C2-7279E6709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7047" y="3837892"/>
            <a:ext cx="318237" cy="224908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EB99F521-A87A-E8E4-B13D-6B9CF07AADAA}"/>
              </a:ext>
            </a:extLst>
          </p:cNvPr>
          <p:cNvSpPr/>
          <p:nvPr/>
        </p:nvSpPr>
        <p:spPr>
          <a:xfrm>
            <a:off x="247425" y="261908"/>
            <a:ext cx="8649148" cy="6465346"/>
          </a:xfrm>
          <a:prstGeom prst="rect">
            <a:avLst/>
          </a:prstGeom>
          <a:solidFill>
            <a:schemeClr val="bg1">
              <a:alpha val="91167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297EAA7-0BBF-51D0-F484-0CFDDC6D6E80}"/>
              </a:ext>
            </a:extLst>
          </p:cNvPr>
          <p:cNvSpPr txBox="1"/>
          <p:nvPr/>
        </p:nvSpPr>
        <p:spPr>
          <a:xfrm>
            <a:off x="1696504" y="2775132"/>
            <a:ext cx="609389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Convex-Gaussian states are mixtures of these pure Gaussian states!</a:t>
            </a:r>
          </a:p>
          <a:p>
            <a:pPr algn="ctr"/>
            <a:endParaRPr lang="en-US" sz="3000" dirty="0"/>
          </a:p>
          <a:p>
            <a:pPr algn="ctr"/>
            <a:r>
              <a:rPr lang="en-US" sz="3000" dirty="0"/>
              <a:t>A reasonable analog of separable mixed states.</a:t>
            </a:r>
          </a:p>
        </p:txBody>
      </p:sp>
    </p:spTree>
    <p:extLst>
      <p:ext uri="{BB962C8B-B14F-4D97-AF65-F5344CB8AC3E}">
        <p14:creationId xmlns:p14="http://schemas.microsoft.com/office/powerpoint/2010/main" val="7458308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itle 1">
            <a:extLst>
              <a:ext uri="{FF2B5EF4-FFF2-40B4-BE49-F238E27FC236}">
                <a16:creationId xmlns:a16="http://schemas.microsoft.com/office/drawing/2014/main" id="{3933369A-7AA6-C197-259D-CAC7C2AE6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Local Hamiltonians (</a:t>
            </a:r>
            <a:r>
              <a:rPr lang="en-US" i="1" dirty="0"/>
              <a:t>R, d</a:t>
            </a:r>
            <a:r>
              <a:rPr lang="en-US" dirty="0"/>
              <a:t>)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1F3BE26-7E20-7D05-515F-8C2BF8075235}"/>
              </a:ext>
            </a:extLst>
          </p:cNvPr>
          <p:cNvSpPr/>
          <p:nvPr/>
        </p:nvSpPr>
        <p:spPr>
          <a:xfrm>
            <a:off x="2081982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F331E1D3-FA83-88F7-93AC-2D1AF4FB6346}"/>
              </a:ext>
            </a:extLst>
          </p:cNvPr>
          <p:cNvSpPr/>
          <p:nvPr/>
        </p:nvSpPr>
        <p:spPr>
          <a:xfrm>
            <a:off x="2680431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05C3A566-4F00-8504-0C66-E27862633298}"/>
              </a:ext>
            </a:extLst>
          </p:cNvPr>
          <p:cNvSpPr/>
          <p:nvPr/>
        </p:nvSpPr>
        <p:spPr>
          <a:xfrm>
            <a:off x="3278880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D964C222-37B2-A735-91B0-F79A7D2DF926}"/>
              </a:ext>
            </a:extLst>
          </p:cNvPr>
          <p:cNvSpPr/>
          <p:nvPr/>
        </p:nvSpPr>
        <p:spPr>
          <a:xfrm>
            <a:off x="3877329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770A6628-DE61-4BD3-E9CF-F664220458C4}"/>
              </a:ext>
            </a:extLst>
          </p:cNvPr>
          <p:cNvSpPr/>
          <p:nvPr/>
        </p:nvSpPr>
        <p:spPr>
          <a:xfrm>
            <a:off x="4475778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19CD9257-B01C-C443-B677-6DB20DD0D625}"/>
              </a:ext>
            </a:extLst>
          </p:cNvPr>
          <p:cNvSpPr/>
          <p:nvPr/>
        </p:nvSpPr>
        <p:spPr>
          <a:xfrm>
            <a:off x="5074227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E13F25BD-FF26-05EA-04BB-C1F0EE94DB20}"/>
              </a:ext>
            </a:extLst>
          </p:cNvPr>
          <p:cNvSpPr/>
          <p:nvPr/>
        </p:nvSpPr>
        <p:spPr>
          <a:xfrm>
            <a:off x="5672676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CB2B6B00-67EB-107B-BE15-23C3EB14D41E}"/>
              </a:ext>
            </a:extLst>
          </p:cNvPr>
          <p:cNvSpPr/>
          <p:nvPr/>
        </p:nvSpPr>
        <p:spPr>
          <a:xfrm>
            <a:off x="6271125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CD523D7E-A907-A4A6-0287-D4280D65D894}"/>
              </a:ext>
            </a:extLst>
          </p:cNvPr>
          <p:cNvSpPr/>
          <p:nvPr/>
        </p:nvSpPr>
        <p:spPr>
          <a:xfrm>
            <a:off x="6869574" y="2835392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DF2251B0-5841-9883-0138-5F33048DFD72}"/>
              </a:ext>
            </a:extLst>
          </p:cNvPr>
          <p:cNvSpPr/>
          <p:nvPr/>
        </p:nvSpPr>
        <p:spPr>
          <a:xfrm>
            <a:off x="2081982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D02E2FBE-DDE1-B69C-BEB5-CB5A89C31E44}"/>
              </a:ext>
            </a:extLst>
          </p:cNvPr>
          <p:cNvSpPr/>
          <p:nvPr/>
        </p:nvSpPr>
        <p:spPr>
          <a:xfrm>
            <a:off x="2680431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C65D857F-1DE9-75C0-935B-852E01B29CF6}"/>
              </a:ext>
            </a:extLst>
          </p:cNvPr>
          <p:cNvSpPr/>
          <p:nvPr/>
        </p:nvSpPr>
        <p:spPr>
          <a:xfrm>
            <a:off x="3278880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5F676722-3702-0722-0E1F-A5F944B9E305}"/>
              </a:ext>
            </a:extLst>
          </p:cNvPr>
          <p:cNvSpPr/>
          <p:nvPr/>
        </p:nvSpPr>
        <p:spPr>
          <a:xfrm>
            <a:off x="3877329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E7D9423C-73F3-1C78-CF53-118F3B6D42E5}"/>
              </a:ext>
            </a:extLst>
          </p:cNvPr>
          <p:cNvSpPr/>
          <p:nvPr/>
        </p:nvSpPr>
        <p:spPr>
          <a:xfrm>
            <a:off x="4475778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71E594FD-8D21-CD2F-E3B9-FD4D770D2BB9}"/>
              </a:ext>
            </a:extLst>
          </p:cNvPr>
          <p:cNvSpPr/>
          <p:nvPr/>
        </p:nvSpPr>
        <p:spPr>
          <a:xfrm>
            <a:off x="5074227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E3E568F0-95BE-DA89-3CB4-4944771A76C1}"/>
              </a:ext>
            </a:extLst>
          </p:cNvPr>
          <p:cNvSpPr/>
          <p:nvPr/>
        </p:nvSpPr>
        <p:spPr>
          <a:xfrm>
            <a:off x="5672676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04A96447-45C1-9827-C8C2-E41960B59D3F}"/>
              </a:ext>
            </a:extLst>
          </p:cNvPr>
          <p:cNvSpPr/>
          <p:nvPr/>
        </p:nvSpPr>
        <p:spPr>
          <a:xfrm>
            <a:off x="6271125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6FC96395-8FBE-2BC8-FC94-87B4DA0F38E1}"/>
              </a:ext>
            </a:extLst>
          </p:cNvPr>
          <p:cNvSpPr/>
          <p:nvPr/>
        </p:nvSpPr>
        <p:spPr>
          <a:xfrm>
            <a:off x="6869574" y="3412741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9D886E27-F406-893E-9EFB-603D92D71F8E}"/>
              </a:ext>
            </a:extLst>
          </p:cNvPr>
          <p:cNvSpPr/>
          <p:nvPr/>
        </p:nvSpPr>
        <p:spPr>
          <a:xfrm>
            <a:off x="2081982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000A1792-AC91-6B5A-C11B-0253B16F7A50}"/>
              </a:ext>
            </a:extLst>
          </p:cNvPr>
          <p:cNvSpPr/>
          <p:nvPr/>
        </p:nvSpPr>
        <p:spPr>
          <a:xfrm>
            <a:off x="2680431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84B931A2-B056-2406-2552-4C99D84E43AB}"/>
              </a:ext>
            </a:extLst>
          </p:cNvPr>
          <p:cNvSpPr/>
          <p:nvPr/>
        </p:nvSpPr>
        <p:spPr>
          <a:xfrm>
            <a:off x="3278880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1612CB1-5FCB-34E3-9C7E-21019E2176A5}"/>
              </a:ext>
            </a:extLst>
          </p:cNvPr>
          <p:cNvSpPr/>
          <p:nvPr/>
        </p:nvSpPr>
        <p:spPr>
          <a:xfrm>
            <a:off x="3877329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E056EFA3-4CC1-8731-852A-A6B8F3BD2532}"/>
              </a:ext>
            </a:extLst>
          </p:cNvPr>
          <p:cNvSpPr/>
          <p:nvPr/>
        </p:nvSpPr>
        <p:spPr>
          <a:xfrm>
            <a:off x="4475778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2CE120D5-FA17-BE07-A36A-7A9B7BF00647}"/>
              </a:ext>
            </a:extLst>
          </p:cNvPr>
          <p:cNvSpPr/>
          <p:nvPr/>
        </p:nvSpPr>
        <p:spPr>
          <a:xfrm>
            <a:off x="5074227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5F4372B3-BF37-3073-6E77-45D989E3334E}"/>
              </a:ext>
            </a:extLst>
          </p:cNvPr>
          <p:cNvSpPr/>
          <p:nvPr/>
        </p:nvSpPr>
        <p:spPr>
          <a:xfrm>
            <a:off x="5672676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081D9EC9-6988-19F0-6098-A8E1ED2086FF}"/>
              </a:ext>
            </a:extLst>
          </p:cNvPr>
          <p:cNvSpPr/>
          <p:nvPr/>
        </p:nvSpPr>
        <p:spPr>
          <a:xfrm>
            <a:off x="6271125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76E46903-C6F4-8246-534D-2ED17745D442}"/>
              </a:ext>
            </a:extLst>
          </p:cNvPr>
          <p:cNvSpPr/>
          <p:nvPr/>
        </p:nvSpPr>
        <p:spPr>
          <a:xfrm>
            <a:off x="6869574" y="3990090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4EDC39D1-07C0-CED2-AE30-2D38B17123BE}"/>
              </a:ext>
            </a:extLst>
          </p:cNvPr>
          <p:cNvSpPr/>
          <p:nvPr/>
        </p:nvSpPr>
        <p:spPr>
          <a:xfrm>
            <a:off x="2081982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1E628EDF-EB00-3125-150D-E844BA669A90}"/>
              </a:ext>
            </a:extLst>
          </p:cNvPr>
          <p:cNvSpPr/>
          <p:nvPr/>
        </p:nvSpPr>
        <p:spPr>
          <a:xfrm>
            <a:off x="2680431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C7C98CA-722A-B94B-2290-1A6A3DDEE86D}"/>
              </a:ext>
            </a:extLst>
          </p:cNvPr>
          <p:cNvSpPr/>
          <p:nvPr/>
        </p:nvSpPr>
        <p:spPr>
          <a:xfrm>
            <a:off x="3278880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15E08E21-51ED-1C18-5354-31B8878EA8F3}"/>
              </a:ext>
            </a:extLst>
          </p:cNvPr>
          <p:cNvSpPr/>
          <p:nvPr/>
        </p:nvSpPr>
        <p:spPr>
          <a:xfrm>
            <a:off x="3877329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C79636B2-CCE4-A3CB-2E01-95D7889AD4F8}"/>
              </a:ext>
            </a:extLst>
          </p:cNvPr>
          <p:cNvSpPr/>
          <p:nvPr/>
        </p:nvSpPr>
        <p:spPr>
          <a:xfrm>
            <a:off x="4475778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57235B57-28DC-214B-4F22-723A6DBFFE24}"/>
              </a:ext>
            </a:extLst>
          </p:cNvPr>
          <p:cNvSpPr/>
          <p:nvPr/>
        </p:nvSpPr>
        <p:spPr>
          <a:xfrm>
            <a:off x="5074227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8784CFBB-CAEC-3F16-4A5A-3B9916F2BFFA}"/>
              </a:ext>
            </a:extLst>
          </p:cNvPr>
          <p:cNvSpPr/>
          <p:nvPr/>
        </p:nvSpPr>
        <p:spPr>
          <a:xfrm>
            <a:off x="5672676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84A428AF-E741-944C-CE98-C760D429D518}"/>
              </a:ext>
            </a:extLst>
          </p:cNvPr>
          <p:cNvSpPr/>
          <p:nvPr/>
        </p:nvSpPr>
        <p:spPr>
          <a:xfrm>
            <a:off x="6271125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F7E174C4-89B1-DF41-BBF0-55CA44C0D2B1}"/>
              </a:ext>
            </a:extLst>
          </p:cNvPr>
          <p:cNvSpPr/>
          <p:nvPr/>
        </p:nvSpPr>
        <p:spPr>
          <a:xfrm>
            <a:off x="6869574" y="4567439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3E762BDC-E130-63C6-00DE-7BE9491D0F79}"/>
              </a:ext>
            </a:extLst>
          </p:cNvPr>
          <p:cNvSpPr/>
          <p:nvPr/>
        </p:nvSpPr>
        <p:spPr>
          <a:xfrm>
            <a:off x="2081982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9172ACE-398F-5F72-5384-B10547174B53}"/>
              </a:ext>
            </a:extLst>
          </p:cNvPr>
          <p:cNvSpPr/>
          <p:nvPr/>
        </p:nvSpPr>
        <p:spPr>
          <a:xfrm>
            <a:off x="2680431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3E489507-CCC6-140A-A017-B84A6FE5468A}"/>
              </a:ext>
            </a:extLst>
          </p:cNvPr>
          <p:cNvSpPr/>
          <p:nvPr/>
        </p:nvSpPr>
        <p:spPr>
          <a:xfrm>
            <a:off x="3278880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3BFE2802-FFB1-0630-77BD-D155929DCCED}"/>
              </a:ext>
            </a:extLst>
          </p:cNvPr>
          <p:cNvSpPr/>
          <p:nvPr/>
        </p:nvSpPr>
        <p:spPr>
          <a:xfrm>
            <a:off x="3877329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D2BC3BAD-4421-5EB8-015E-31201E01694A}"/>
              </a:ext>
            </a:extLst>
          </p:cNvPr>
          <p:cNvSpPr/>
          <p:nvPr/>
        </p:nvSpPr>
        <p:spPr>
          <a:xfrm>
            <a:off x="4475778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C9EEAB93-9B70-4AB3-E823-D4FED4458BA8}"/>
              </a:ext>
            </a:extLst>
          </p:cNvPr>
          <p:cNvSpPr/>
          <p:nvPr/>
        </p:nvSpPr>
        <p:spPr>
          <a:xfrm>
            <a:off x="5074227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>
            <a:extLst>
              <a:ext uri="{FF2B5EF4-FFF2-40B4-BE49-F238E27FC236}">
                <a16:creationId xmlns:a16="http://schemas.microsoft.com/office/drawing/2014/main" id="{63D38E6A-06E3-936C-B77C-6C29EB305EFD}"/>
              </a:ext>
            </a:extLst>
          </p:cNvPr>
          <p:cNvSpPr/>
          <p:nvPr/>
        </p:nvSpPr>
        <p:spPr>
          <a:xfrm>
            <a:off x="5672676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Oval 112">
            <a:extLst>
              <a:ext uri="{FF2B5EF4-FFF2-40B4-BE49-F238E27FC236}">
                <a16:creationId xmlns:a16="http://schemas.microsoft.com/office/drawing/2014/main" id="{CC9AE42B-364C-24CE-9CE9-64B62AEF384C}"/>
              </a:ext>
            </a:extLst>
          </p:cNvPr>
          <p:cNvSpPr/>
          <p:nvPr/>
        </p:nvSpPr>
        <p:spPr>
          <a:xfrm>
            <a:off x="6271125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Oval 113">
            <a:extLst>
              <a:ext uri="{FF2B5EF4-FFF2-40B4-BE49-F238E27FC236}">
                <a16:creationId xmlns:a16="http://schemas.microsoft.com/office/drawing/2014/main" id="{AC5BF4EE-1249-DF18-B8C6-274B757669B7}"/>
              </a:ext>
            </a:extLst>
          </p:cNvPr>
          <p:cNvSpPr/>
          <p:nvPr/>
        </p:nvSpPr>
        <p:spPr>
          <a:xfrm>
            <a:off x="6869574" y="5144788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Oval 114">
            <a:extLst>
              <a:ext uri="{FF2B5EF4-FFF2-40B4-BE49-F238E27FC236}">
                <a16:creationId xmlns:a16="http://schemas.microsoft.com/office/drawing/2014/main" id="{2BAC2EEB-705C-CD83-2A6B-C6A791854F7A}"/>
              </a:ext>
            </a:extLst>
          </p:cNvPr>
          <p:cNvSpPr/>
          <p:nvPr/>
        </p:nvSpPr>
        <p:spPr>
          <a:xfrm>
            <a:off x="2081982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Oval 115">
            <a:extLst>
              <a:ext uri="{FF2B5EF4-FFF2-40B4-BE49-F238E27FC236}">
                <a16:creationId xmlns:a16="http://schemas.microsoft.com/office/drawing/2014/main" id="{C05472CD-3D1B-9AD2-B864-59CE4986DB49}"/>
              </a:ext>
            </a:extLst>
          </p:cNvPr>
          <p:cNvSpPr/>
          <p:nvPr/>
        </p:nvSpPr>
        <p:spPr>
          <a:xfrm>
            <a:off x="2680431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809349DF-B7C8-E8F0-D412-0B852D4B29D1}"/>
              </a:ext>
            </a:extLst>
          </p:cNvPr>
          <p:cNvSpPr/>
          <p:nvPr/>
        </p:nvSpPr>
        <p:spPr>
          <a:xfrm>
            <a:off x="3278880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5F93C591-7A24-C678-2966-5648B0038F53}"/>
              </a:ext>
            </a:extLst>
          </p:cNvPr>
          <p:cNvSpPr/>
          <p:nvPr/>
        </p:nvSpPr>
        <p:spPr>
          <a:xfrm>
            <a:off x="3877329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7948378E-DC76-6863-5A8B-60F12B05A3E4}"/>
              </a:ext>
            </a:extLst>
          </p:cNvPr>
          <p:cNvSpPr/>
          <p:nvPr/>
        </p:nvSpPr>
        <p:spPr>
          <a:xfrm>
            <a:off x="4475778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Oval 119">
            <a:extLst>
              <a:ext uri="{FF2B5EF4-FFF2-40B4-BE49-F238E27FC236}">
                <a16:creationId xmlns:a16="http://schemas.microsoft.com/office/drawing/2014/main" id="{9040A374-9910-3F6C-6EA8-2AC380A515B0}"/>
              </a:ext>
            </a:extLst>
          </p:cNvPr>
          <p:cNvSpPr/>
          <p:nvPr/>
        </p:nvSpPr>
        <p:spPr>
          <a:xfrm>
            <a:off x="5074227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Oval 120">
            <a:extLst>
              <a:ext uri="{FF2B5EF4-FFF2-40B4-BE49-F238E27FC236}">
                <a16:creationId xmlns:a16="http://schemas.microsoft.com/office/drawing/2014/main" id="{66965943-7F46-55B2-47BA-BC5AD2BD8BC2}"/>
              </a:ext>
            </a:extLst>
          </p:cNvPr>
          <p:cNvSpPr/>
          <p:nvPr/>
        </p:nvSpPr>
        <p:spPr>
          <a:xfrm>
            <a:off x="5672676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71BBFA57-C8DF-C053-0044-156FC56DE5E0}"/>
              </a:ext>
            </a:extLst>
          </p:cNvPr>
          <p:cNvSpPr/>
          <p:nvPr/>
        </p:nvSpPr>
        <p:spPr>
          <a:xfrm>
            <a:off x="6271125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Oval 122">
            <a:extLst>
              <a:ext uri="{FF2B5EF4-FFF2-40B4-BE49-F238E27FC236}">
                <a16:creationId xmlns:a16="http://schemas.microsoft.com/office/drawing/2014/main" id="{E5ED8807-A19A-4D72-6308-393F384F1CB8}"/>
              </a:ext>
            </a:extLst>
          </p:cNvPr>
          <p:cNvSpPr/>
          <p:nvPr/>
        </p:nvSpPr>
        <p:spPr>
          <a:xfrm>
            <a:off x="6869574" y="5722137"/>
            <a:ext cx="89210" cy="8921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4" name="Picture 123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8A0524E4-2DF0-50E2-FC7C-B612C896C5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121"/>
          <a:stretch>
            <a:fillRect/>
          </a:stretch>
        </p:blipFill>
        <p:spPr>
          <a:xfrm>
            <a:off x="3436048" y="1586874"/>
            <a:ext cx="1933136" cy="978954"/>
          </a:xfrm>
          <a:prstGeom prst="rect">
            <a:avLst/>
          </a:prstGeom>
        </p:spPr>
      </p:pic>
      <p:sp>
        <p:nvSpPr>
          <p:cNvPr id="125" name="Rounded Rectangle 124">
            <a:extLst>
              <a:ext uri="{FF2B5EF4-FFF2-40B4-BE49-F238E27FC236}">
                <a16:creationId xmlns:a16="http://schemas.microsoft.com/office/drawing/2014/main" id="{8FAD7469-3F2F-68CF-C4AE-5853E2FC28FF}"/>
              </a:ext>
            </a:extLst>
          </p:cNvPr>
          <p:cNvSpPr/>
          <p:nvPr/>
        </p:nvSpPr>
        <p:spPr>
          <a:xfrm>
            <a:off x="1841679" y="2551715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Rounded Rectangle 125">
            <a:extLst>
              <a:ext uri="{FF2B5EF4-FFF2-40B4-BE49-F238E27FC236}">
                <a16:creationId xmlns:a16="http://schemas.microsoft.com/office/drawing/2014/main" id="{D145D032-F218-F1B3-0F7B-43D656B9F50D}"/>
              </a:ext>
            </a:extLst>
          </p:cNvPr>
          <p:cNvSpPr/>
          <p:nvPr/>
        </p:nvSpPr>
        <p:spPr>
          <a:xfrm>
            <a:off x="3040057" y="3153341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ounded Rectangle 126">
            <a:extLst>
              <a:ext uri="{FF2B5EF4-FFF2-40B4-BE49-F238E27FC236}">
                <a16:creationId xmlns:a16="http://schemas.microsoft.com/office/drawing/2014/main" id="{28B4C000-2480-0AB5-DC27-FBC43876042F}"/>
              </a:ext>
            </a:extLst>
          </p:cNvPr>
          <p:cNvSpPr/>
          <p:nvPr/>
        </p:nvSpPr>
        <p:spPr>
          <a:xfrm>
            <a:off x="1841678" y="3692469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8" name="Rounded Rectangle 127">
            <a:extLst>
              <a:ext uri="{FF2B5EF4-FFF2-40B4-BE49-F238E27FC236}">
                <a16:creationId xmlns:a16="http://schemas.microsoft.com/office/drawing/2014/main" id="{CB98C7AE-2375-5C45-AEB0-626A7D4DAC63}"/>
              </a:ext>
            </a:extLst>
          </p:cNvPr>
          <p:cNvSpPr/>
          <p:nvPr/>
        </p:nvSpPr>
        <p:spPr>
          <a:xfrm>
            <a:off x="5433855" y="2620597"/>
            <a:ext cx="1173008" cy="1138753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Rounded Rectangle 128">
            <a:extLst>
              <a:ext uri="{FF2B5EF4-FFF2-40B4-BE49-F238E27FC236}">
                <a16:creationId xmlns:a16="http://schemas.microsoft.com/office/drawing/2014/main" id="{DBC74DE6-7C0F-3ED6-7B16-6037034EB81F}"/>
              </a:ext>
            </a:extLst>
          </p:cNvPr>
          <p:cNvSpPr/>
          <p:nvPr/>
        </p:nvSpPr>
        <p:spPr>
          <a:xfrm>
            <a:off x="3605431" y="4304259"/>
            <a:ext cx="1763753" cy="1762708"/>
          </a:xfrm>
          <a:prstGeom prst="roundRect">
            <a:avLst/>
          </a:prstGeom>
          <a:solidFill>
            <a:schemeClr val="accent1">
              <a:alpha val="47453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Left Brace 129">
            <a:extLst>
              <a:ext uri="{FF2B5EF4-FFF2-40B4-BE49-F238E27FC236}">
                <a16:creationId xmlns:a16="http://schemas.microsoft.com/office/drawing/2014/main" id="{8A77514D-931B-E6F6-F673-15F64FBDD7BC}"/>
              </a:ext>
            </a:extLst>
          </p:cNvPr>
          <p:cNvSpPr/>
          <p:nvPr/>
        </p:nvSpPr>
        <p:spPr>
          <a:xfrm>
            <a:off x="1288213" y="2427422"/>
            <a:ext cx="334851" cy="3644721"/>
          </a:xfrm>
          <a:prstGeom prst="leftBrace">
            <a:avLst/>
          </a:prstGeom>
          <a:ln w="349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Picture 130" descr="A black and white image of a symbol&#10;&#10;AI-generated content may be incorrect.">
            <a:extLst>
              <a:ext uri="{FF2B5EF4-FFF2-40B4-BE49-F238E27FC236}">
                <a16:creationId xmlns:a16="http://schemas.microsoft.com/office/drawing/2014/main" id="{B5F58E8A-C800-2E48-352F-5D24628E3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28" y="3834837"/>
            <a:ext cx="966877" cy="399715"/>
          </a:xfrm>
          <a:prstGeom prst="rect">
            <a:avLst/>
          </a:prstGeom>
        </p:spPr>
      </p:pic>
      <p:pic>
        <p:nvPicPr>
          <p:cNvPr id="132" name="Picture 131" descr="A black symbol with a white background&#10;&#10;AI-generated content may be incorrect.">
            <a:extLst>
              <a:ext uri="{FF2B5EF4-FFF2-40B4-BE49-F238E27FC236}">
                <a16:creationId xmlns:a16="http://schemas.microsoft.com/office/drawing/2014/main" id="{10A13442-0263-4CB1-C966-55D3A6E861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87" y="4304259"/>
            <a:ext cx="966877" cy="414776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8A24B50D-B3DC-A4E2-42E3-C36ADF15C5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973" y="1802039"/>
            <a:ext cx="1621305" cy="423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991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A51F2-CB04-020E-5315-2F504549C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952B5-6D2F-6C24-3E73-F94BC32AD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Result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E85AAEF-BC9F-AADB-69CC-1DDD3EB93B87}"/>
              </a:ext>
            </a:extLst>
          </p:cNvPr>
          <p:cNvSpPr/>
          <p:nvPr/>
        </p:nvSpPr>
        <p:spPr>
          <a:xfrm>
            <a:off x="724395" y="2032723"/>
            <a:ext cx="8036342" cy="102362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2B4DAF0-5CF7-50C7-3166-68EC12B61CFD}"/>
              </a:ext>
            </a:extLst>
          </p:cNvPr>
          <p:cNvSpPr txBox="1">
            <a:spLocks/>
          </p:cNvSpPr>
          <p:nvPr/>
        </p:nvSpPr>
        <p:spPr>
          <a:xfrm>
            <a:off x="834389" y="2099583"/>
            <a:ext cx="8036342" cy="10236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Theorem. Let fermionic </a:t>
            </a:r>
            <a:r>
              <a:rPr lang="en-US" b="1" dirty="0"/>
              <a:t>H</a:t>
            </a:r>
            <a:r>
              <a:rPr lang="en-US" dirty="0"/>
              <a:t> have locality </a:t>
            </a:r>
            <a:r>
              <a:rPr lang="en-US" i="1" dirty="0"/>
              <a:t>R, </a:t>
            </a:r>
            <a:r>
              <a:rPr lang="en-US" i="1" dirty="0" err="1"/>
              <a:t>d.</a:t>
            </a:r>
            <a:r>
              <a:rPr lang="en-US" i="1" dirty="0"/>
              <a:t> </a:t>
            </a:r>
            <a:r>
              <a:rPr lang="en-US" dirty="0"/>
              <a:t>Then the critical temperature β</a:t>
            </a:r>
            <a:r>
              <a:rPr lang="en-US" baseline="-25000" dirty="0"/>
              <a:t>g</a:t>
            </a:r>
            <a:r>
              <a:rPr lang="en-US" dirty="0"/>
              <a:t> satisfies β</a:t>
            </a:r>
            <a:r>
              <a:rPr lang="en-US" baseline="-25000" dirty="0"/>
              <a:t>g</a:t>
            </a:r>
            <a:r>
              <a:rPr lang="en-US" baseline="30000" dirty="0"/>
              <a:t>-1</a:t>
            </a:r>
            <a:r>
              <a:rPr lang="en-US" baseline="-25000" dirty="0"/>
              <a:t> </a:t>
            </a:r>
            <a:r>
              <a:rPr lang="en-US" dirty="0"/>
              <a:t>≲ </a:t>
            </a:r>
            <a:r>
              <a:rPr lang="en-US" i="1" dirty="0"/>
              <a:t>Rd</a:t>
            </a:r>
            <a:r>
              <a:rPr lang="en-US" dirty="0"/>
              <a:t>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15E2BAA-320D-E6BB-BBC8-D2800AE54849}"/>
              </a:ext>
            </a:extLst>
          </p:cNvPr>
          <p:cNvSpPr/>
          <p:nvPr/>
        </p:nvSpPr>
        <p:spPr>
          <a:xfrm>
            <a:off x="724395" y="4017754"/>
            <a:ext cx="7790955" cy="10826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3E9B34-01A8-C3CE-8D8D-6CF30B01C067}"/>
              </a:ext>
            </a:extLst>
          </p:cNvPr>
          <p:cNvSpPr/>
          <p:nvPr/>
        </p:nvSpPr>
        <p:spPr>
          <a:xfrm>
            <a:off x="724395" y="4017754"/>
            <a:ext cx="8036342" cy="108263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85BE439-2861-24DD-0FF8-F0685076E19B}"/>
              </a:ext>
            </a:extLst>
          </p:cNvPr>
          <p:cNvSpPr txBox="1">
            <a:spLocks/>
          </p:cNvSpPr>
          <p:nvPr/>
        </p:nvSpPr>
        <p:spPr>
          <a:xfrm>
            <a:off x="827803" y="4119790"/>
            <a:ext cx="8036342" cy="1332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Theorem. The Gibbs state of fermionic </a:t>
            </a:r>
            <a:r>
              <a:rPr lang="en-US" sz="2600" b="1" dirty="0"/>
              <a:t>H</a:t>
            </a:r>
            <a:r>
              <a:rPr lang="en-US" sz="2600" dirty="0"/>
              <a:t> can be sampled efficiently for temperature β</a:t>
            </a:r>
            <a:r>
              <a:rPr lang="en-US" sz="2600" baseline="30000" dirty="0"/>
              <a:t>-1</a:t>
            </a:r>
            <a:r>
              <a:rPr lang="en-US" sz="2600" dirty="0"/>
              <a:t> </a:t>
            </a:r>
            <a:r>
              <a:rPr lang="en-US" sz="2400" dirty="0"/>
              <a:t>≳</a:t>
            </a:r>
            <a:r>
              <a:rPr lang="en-US" sz="2600" dirty="0"/>
              <a:t> </a:t>
            </a:r>
            <a:r>
              <a:rPr lang="en-US" sz="2600" i="1" dirty="0"/>
              <a:t>Rd</a:t>
            </a:r>
            <a:r>
              <a:rPr lang="en-US" sz="2600" i="1" baseline="30000" dirty="0"/>
              <a:t>2</a:t>
            </a:r>
            <a:r>
              <a:rPr lang="en-US" sz="26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749917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8A213-97C2-4112-EAE2-44608A659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FF698-8D2A-0E29-2109-FCBE8728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B27E2-A95F-FFE2-2A9F-4A014F8DB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High-temperature fermionic Gibbs states are classically </a:t>
            </a:r>
            <a:r>
              <a:rPr lang="en-US" dirty="0" err="1"/>
              <a:t>simulable</a:t>
            </a:r>
            <a:r>
              <a:rPr lang="en-US" dirty="0"/>
              <a:t>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381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799C-252F-5FE8-DD38-45E4B24F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22942-7453-2809-7320-429EE0249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951F4-3198-6741-A534-C6B8F347A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High-temperature fermionic Gibbs states are classically </a:t>
            </a:r>
            <a:r>
              <a:rPr lang="en-US" dirty="0" err="1"/>
              <a:t>simulable</a:t>
            </a:r>
            <a:r>
              <a:rPr lang="en-US" dirty="0"/>
              <a:t>!</a:t>
            </a:r>
          </a:p>
          <a:p>
            <a:r>
              <a:rPr lang="en-US" dirty="0"/>
              <a:t>The nature of the algorithm crucially utilizes different choices of fermionic modes to describe the Gibbs state.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47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3EF7-E8B7-945F-5F99-993B9A75A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9CBD-0530-C65A-5279-A711AC5D5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High-temperature fermionic Gibbs states are classically </a:t>
            </a:r>
            <a:r>
              <a:rPr lang="en-US" dirty="0" err="1"/>
              <a:t>simulable</a:t>
            </a:r>
            <a:r>
              <a:rPr lang="en-US" dirty="0"/>
              <a:t>!</a:t>
            </a:r>
          </a:p>
          <a:p>
            <a:r>
              <a:rPr lang="en-US" dirty="0"/>
              <a:t>The nature of the algorithm crucially utilizes different choices of fermionic modes to describe the Gibbs state. </a:t>
            </a:r>
          </a:p>
          <a:p>
            <a:r>
              <a:rPr lang="en-US" dirty="0"/>
              <a:t>We also prove that for SYK fermionic Hamiltonians (non-local), high-temperature Gibbs states are not convex-Gaussian.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806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411D-0E9F-42F1-DB43-ABF887924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B23E4-BF2C-0C84-E9CA-E288393F2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Proof Ideas</a:t>
            </a:r>
          </a:p>
        </p:txBody>
      </p:sp>
    </p:spTree>
    <p:extLst>
      <p:ext uri="{BB962C8B-B14F-4D97-AF65-F5344CB8AC3E}">
        <p14:creationId xmlns:p14="http://schemas.microsoft.com/office/powerpoint/2010/main" val="8585561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51A4B-0A90-FC25-8314-9FF45BAC9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E473E8EA-BF3B-063D-6BB5-0EB22DBF7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7F32F8-058F-C156-BEA7-7BFB13363274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8DE4CA7-9918-0B0E-0964-D92BE9BA65DF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19D0E1C-F6D9-7A44-AD18-B04D929DB61E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D61D0B3-81FA-BEA1-DB63-CDCA5B4C7403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D9299E5-0A5D-4FA8-66A7-7E4574A28DF7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37148BC-84EA-46D8-1F18-2C414F205006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B4D2A49-B9A2-09FD-CCDD-77D2D617DC76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07D77F3-05D0-FC90-9500-D2ECD0744A2A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84D6AFDD-188C-C107-CAAC-0A53D7C13ED8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A2529DF-E628-EC6A-C74F-443C106C08AC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922BE6F-6155-D987-924C-5E9C4FE335E8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284D64B-20F8-D5E0-5435-F0B337C9EE61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CE13FF-7E9E-076E-F1F9-2E246E7C1919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89217D3-E34E-55A7-6136-4F76B14C80EE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4AD31B5-9C50-CC1E-7705-853C447A56AC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21575F14-6718-7F60-6040-1A0C70806228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46E2C95-64DD-F6E4-04A7-F96A062027E7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7869DF0-7442-2EE1-63AB-3EB07F2CD472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39354A9-1BC0-1A25-4824-706E5B0A2834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44C84B1-9280-793E-3A89-2A4AB158215A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82AE9D29-B9AD-8F84-8811-68AE7A0F1581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60025D25-3752-6CB5-582E-16064CF8432E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6A5AF21-CE28-C581-8D0A-E148B168EDD8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D04057DB-F5D2-9290-75D1-89D30FF0AC2F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204899F-C1CB-E3BB-BE51-5668E4E49E9D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6AA4F57-82E9-604B-28B0-21E006C6DFE3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DEFBD07A-2352-5207-050F-2275B2DD5442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5" name="Picture 54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58CC35BF-C8D3-B7BE-AAF1-0C02743D9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pic>
        <p:nvPicPr>
          <p:cNvPr id="57" name="Picture 56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021AB3ED-6E86-86B4-A028-DC0CD4B285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63" y="3033212"/>
            <a:ext cx="781975" cy="429788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2347724D-9D73-98E3-BEA9-793C3BBD0F44}"/>
              </a:ext>
            </a:extLst>
          </p:cNvPr>
          <p:cNvCxnSpPr>
            <a:cxnSpLocks/>
          </p:cNvCxnSpPr>
          <p:nvPr/>
        </p:nvCxnSpPr>
        <p:spPr>
          <a:xfrm flipH="1">
            <a:off x="2908635" y="2706501"/>
            <a:ext cx="304235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069F8992-29F1-7FC0-FD4F-C3F71D1E8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6104" y="2362074"/>
            <a:ext cx="1018506" cy="286049"/>
          </a:xfrm>
          <a:prstGeom prst="rect">
            <a:avLst/>
          </a:prstGeom>
        </p:spPr>
      </p:pic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FF2607BE-C0BA-E443-2E5C-76036F545B6B}"/>
              </a:ext>
            </a:extLst>
          </p:cNvPr>
          <p:cNvSpPr/>
          <p:nvPr/>
        </p:nvSpPr>
        <p:spPr>
          <a:xfrm>
            <a:off x="6215042" y="200763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03CF067-236D-3094-B7BC-C64AC3D2D939}"/>
              </a:ext>
            </a:extLst>
          </p:cNvPr>
          <p:cNvSpPr/>
          <p:nvPr/>
        </p:nvSpPr>
        <p:spPr>
          <a:xfrm>
            <a:off x="6790599" y="2329785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673055D-C974-8442-CD1D-B07BFD12A039}"/>
              </a:ext>
            </a:extLst>
          </p:cNvPr>
          <p:cNvGrpSpPr/>
          <p:nvPr/>
        </p:nvGrpSpPr>
        <p:grpSpPr>
          <a:xfrm>
            <a:off x="6321364" y="2090922"/>
            <a:ext cx="807954" cy="780492"/>
            <a:chOff x="937408" y="4506810"/>
            <a:chExt cx="769396" cy="743244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0209DBA3-F54E-1294-E818-E6538EC311F7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8DB07248-D6F1-C4B9-8104-FD55AC9E0701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B58A29E-BF86-059B-9C58-15DB29C2CA0D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DA6986B-1E00-7025-AD7A-87CB4561B846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8B22D8B-86BF-E56C-E8E6-7B89A211DA00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6698A7F-6613-DE29-8AD8-C00429C24A7A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B5809197-09A7-144F-8D29-F5781CB6699C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6A345F6C-8D42-7877-5717-ACEFE82D4276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ABF6244-DBE2-692B-D163-7C19C5813EAB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5B83DA5A-F06B-6B9C-E5FE-E385F2D4B0CF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71137B1-6036-904A-1F6B-1393B08C5119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DF0B2013-207C-202A-6E79-BC91F96B1AD6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B2FC53F-6320-7A25-5FEA-C8E1CF440E32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D7523FC9-8EA1-F509-2420-B570865AE793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52033CAC-1FCE-AB5C-8412-067939F90D67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Oval 79">
              <a:extLst>
                <a:ext uri="{FF2B5EF4-FFF2-40B4-BE49-F238E27FC236}">
                  <a16:creationId xmlns:a16="http://schemas.microsoft.com/office/drawing/2014/main" id="{56B78454-3C82-6F45-A957-211192C66424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20D2A3F7-35B3-0DFB-DBC4-91A16587B936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D2327884-BC2B-9ABC-055C-70C17B5B459F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FE176E34-DEA0-2915-10EE-A048DFBBC06F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29507190-59A6-5DE3-E43D-ABDFBEF0ED39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802D1941-E587-A012-CE1F-33DD980A200E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816D354D-9315-B862-76D0-E9C061779989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CC9D3EE9-019B-C2C9-4BDB-3AC0F51E8D27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59DC5D30-0AC3-95F5-1B20-752D86795249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C4D9EC89-483C-7E75-126F-B5BDD2BBBDA6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531245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D1987-17EA-6CC2-7601-D6C1D34AC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8352AC37-7E1C-66CF-BE0C-8AC8E7AD1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4C4F93-93AF-3230-20A1-1C60123C77D6}"/>
              </a:ext>
            </a:extLst>
          </p:cNvPr>
          <p:cNvCxnSpPr>
            <a:cxnSpLocks/>
          </p:cNvCxnSpPr>
          <p:nvPr/>
        </p:nvCxnSpPr>
        <p:spPr>
          <a:xfrm flipH="1">
            <a:off x="4641095" y="1844276"/>
            <a:ext cx="298445" cy="4677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CF23C82-752B-65CC-71CC-D0CF3CE7828D}"/>
              </a:ext>
            </a:extLst>
          </p:cNvPr>
          <p:cNvSpPr txBox="1"/>
          <p:nvPr/>
        </p:nvSpPr>
        <p:spPr>
          <a:xfrm>
            <a:off x="4909770" y="1474864"/>
            <a:ext cx="2250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Sampled perturbation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FD99A976-FC80-A9D8-134F-EB760D348F1B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B050591-485B-1EA8-8046-A3297E53227F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77B1F13-062D-61CA-6C8D-803786437C4E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C5C1D90E-A634-B8DF-4B80-E99B0511365B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E2486FD6-4F84-F9AC-4BC6-0DC7A6BC628C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F4808BA-F7F4-96A9-659E-344DAEED7BA9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E30E7188-1ABC-3CB4-1168-8E4CDC587EDD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FB600F98-5219-4C99-4961-AC604788F8C4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C1D8674-7FE7-1024-C9C7-727148813F37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6845DAC-CD9E-6298-594D-AD1727BDD5B4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3463B9E-871E-2C24-8242-6ACDB6B873D5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E5398D2-1D00-1F9A-E189-185D28494B98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A35DBC9-7A2A-5359-6A4A-5C6A7FD73898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C1152E0F-2A77-5153-5E16-C7074D91B85B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927866A-6A99-FB68-F086-18BBEBD3DA32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14501B9-7647-2A9B-6A18-A0EB27ECDE48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04F8F94-C131-1B87-F925-30951FF92EB7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ED0FB776-F167-9626-7AF2-0CCBE247A021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32696D30-F91A-751D-D194-4515DEBCF7B6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8CD9CD7-C50C-F76E-F662-A2B54EA36677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DD4FB05-6EAD-772E-F3C3-9486AC5AA0CF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F67A8AD2-BD3E-B4E0-8DB1-1255EFA2EEBB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CA712125-CD26-B119-60EA-A41B6634DF21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8878502-6725-D092-49C9-B5214E76447A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61615462-FF1A-3B81-6567-46C4E57DE999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5EFADFEB-8F2B-4F72-6C9F-06A4BF8650F4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5E74533C-BB98-F75D-7AA8-6C34F0158EB9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1" name="Picture 12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06253C3C-A81F-AF1D-8083-F71060871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pic>
        <p:nvPicPr>
          <p:cNvPr id="123" name="Picture 122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020D269E-0393-922C-F186-8DEBB14C2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63" y="3033212"/>
            <a:ext cx="781975" cy="429788"/>
          </a:xfrm>
          <a:prstGeom prst="rect">
            <a:avLst/>
          </a:prstGeom>
        </p:spPr>
      </p:pic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77D57B67-A5D8-CEC1-B2F3-B1BF12CF247B}"/>
              </a:ext>
            </a:extLst>
          </p:cNvPr>
          <p:cNvCxnSpPr>
            <a:cxnSpLocks/>
          </p:cNvCxnSpPr>
          <p:nvPr/>
        </p:nvCxnSpPr>
        <p:spPr>
          <a:xfrm flipH="1">
            <a:off x="2908635" y="2706501"/>
            <a:ext cx="3042356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9" name="Picture 128">
            <a:extLst>
              <a:ext uri="{FF2B5EF4-FFF2-40B4-BE49-F238E27FC236}">
                <a16:creationId xmlns:a16="http://schemas.microsoft.com/office/drawing/2014/main" id="{A67D5E32-CAC8-6805-E14E-DFB21884F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9250" y="2347560"/>
            <a:ext cx="885499" cy="277184"/>
          </a:xfrm>
          <a:prstGeom prst="rect">
            <a:avLst/>
          </a:prstGeom>
        </p:spPr>
      </p:pic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398F7DBE-2D3F-5B8B-214F-6130A1E4FBFF}"/>
              </a:ext>
            </a:extLst>
          </p:cNvPr>
          <p:cNvSpPr/>
          <p:nvPr/>
        </p:nvSpPr>
        <p:spPr>
          <a:xfrm>
            <a:off x="6215042" y="200763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C14F3547-AC28-0D27-BD4B-EA977D2247B4}"/>
              </a:ext>
            </a:extLst>
          </p:cNvPr>
          <p:cNvSpPr/>
          <p:nvPr/>
        </p:nvSpPr>
        <p:spPr>
          <a:xfrm>
            <a:off x="6790599" y="2329785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BCCCD92A-B314-D355-383C-2D047E81C706}"/>
              </a:ext>
            </a:extLst>
          </p:cNvPr>
          <p:cNvGrpSpPr/>
          <p:nvPr/>
        </p:nvGrpSpPr>
        <p:grpSpPr>
          <a:xfrm>
            <a:off x="6321364" y="2090922"/>
            <a:ext cx="807954" cy="780492"/>
            <a:chOff x="937408" y="4506810"/>
            <a:chExt cx="769396" cy="743244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F293FB85-A9BE-694B-AABD-AE5E8E986501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3F609464-FF6B-2AE9-CB37-0A565968CFC7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DD4C4C9D-D2EB-2612-823E-04DF6F641634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B6B5025F-879C-934E-AC39-CEAA0CF5F1B6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73D2643-AF15-3D1C-AE99-80B2E08B5FD7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EFDFD55B-C171-7398-02F6-438ACF683534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56971443-8509-D3AD-0DBD-C581F2E1E223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639791C3-CB95-1474-4FA2-915006BD5CFB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500CC21-27FF-4E54-B1C5-69B88360FB94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54D90E8E-5F0B-EC09-FE12-4F2D1F8CAF2A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AE318AE0-FBBA-F522-ACE8-066FE2528D14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A0DB413C-CC07-330D-6B6F-BFA98B1233A4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025A2A0A-C626-F226-153C-25A06EFF1A06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93FE1F9E-B773-D3AC-44D3-BB93473BBBD1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2C740E4A-2082-CB43-5D7B-F9C9AA928F33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840ABF52-E987-C784-07F9-68B6DF6F764B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63FD9DE4-0F70-2DC6-9E0A-7554104FDC9A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16B8B3BD-73AD-4C22-992D-83B04878F303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80263264-3DAD-ECC0-1C92-54A7329083F1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301CA5B7-4232-FCC6-247A-5F49F40D14DC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65EEFE4A-D1EA-65C7-43F9-0E16BB124E88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A92A1CE8-6D68-6428-A909-AFAC57A48BCF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60EAC5EA-3345-E4B3-6175-4222B4CEABDA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2B00EE23-39E9-14D2-FE51-F80774D36CE9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9521D179-9FAA-51AD-6B0A-6DCBA4A02803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0065902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454D-DB8B-CBE2-C163-91B63D13C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63ED0EF7-96C4-611D-307D-0D873D883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210FCB6-A1B8-6D11-F8CA-682588810684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967822BD-EE95-F471-51B9-E978984E14A3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68C1025-9209-30E4-C13D-9CCD7ADBA4C4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B32DCA6-08EC-EC13-731E-3C279A9073B0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A322262-E976-F3B8-F8FA-FB322CF00C73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05C527B-36AD-D4D0-9635-FFD1D9385B5D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44C223B-2F57-4C7A-C94A-CCB6EC1CFC5C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5891C58-42AB-C301-3169-D3294EAB6737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F83F054-91D4-1BCF-ACEA-E433D134AA28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2773097-3932-8ACD-1473-4E06563DFF45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050B566-70FC-033A-E3D7-07E6C11CB017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CD76B124-CB14-A8C4-709D-58E82D3F5FD3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D0C9C4A8-01FD-A1C6-D785-87EC178939AA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998101F-E507-3161-01D8-69FE1D00840C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69D9A7D-9AD0-FA94-8FAD-F3F08AD5CCCF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1F2A666C-1B4C-360F-F90E-5E08757F0512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2ADA4DAF-6FD4-2316-71BB-10850519CA32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7A02CB2-9249-8E9C-D0EC-60D5D0ED9679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4C1E03D-786F-7978-3385-20F40132037B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31D0B642-AF77-C6CF-B751-0EB6310EB54E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3DE8A4-AD7A-02AE-570E-3D6A002F08FB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5C21DF35-9DAF-D4E3-F351-90FA344D8520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C864B08-24FA-2665-5CFD-231423FB885F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E9604AD-1EE9-5816-D446-C57324DDC7BC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4E5A4C7E-AC83-CED4-3855-99F99088D343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F3126BC8-07EB-CFDB-7A45-ADFDB551EB85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9" name="Rounded Rectangle 118">
            <a:extLst>
              <a:ext uri="{FF2B5EF4-FFF2-40B4-BE49-F238E27FC236}">
                <a16:creationId xmlns:a16="http://schemas.microsoft.com/office/drawing/2014/main" id="{BC145400-5900-BE39-2443-5DA3B916C5F1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1" name="Picture 12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B211D272-4896-777F-3304-3FD227D39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pic>
        <p:nvPicPr>
          <p:cNvPr id="123" name="Picture 122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F11E47E-A65C-0A58-E28B-8CA02837C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663" y="3033212"/>
            <a:ext cx="781975" cy="429788"/>
          </a:xfrm>
          <a:prstGeom prst="rect">
            <a:avLst/>
          </a:prstGeom>
        </p:spPr>
      </p:pic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E9F9B07B-9374-5BB6-6A88-5C97666C0DB1}"/>
              </a:ext>
            </a:extLst>
          </p:cNvPr>
          <p:cNvCxnSpPr>
            <a:cxnSpLocks/>
          </p:cNvCxnSpPr>
          <p:nvPr/>
        </p:nvCxnSpPr>
        <p:spPr>
          <a:xfrm flipH="1">
            <a:off x="5001826" y="2706501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EE851236-AA2B-DB86-B886-B8FDF0302B85}"/>
              </a:ext>
            </a:extLst>
          </p:cNvPr>
          <p:cNvCxnSpPr>
            <a:cxnSpLocks/>
          </p:cNvCxnSpPr>
          <p:nvPr/>
        </p:nvCxnSpPr>
        <p:spPr>
          <a:xfrm flipH="1">
            <a:off x="2734876" y="2737806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EB0EC64-B52E-2C57-6AFE-0D79174F0714}"/>
              </a:ext>
            </a:extLst>
          </p:cNvPr>
          <p:cNvSpPr/>
          <p:nvPr/>
        </p:nvSpPr>
        <p:spPr>
          <a:xfrm>
            <a:off x="3857516" y="2073090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4BFBD2B7-0661-9231-38A7-67A41F351C47}"/>
              </a:ext>
            </a:extLst>
          </p:cNvPr>
          <p:cNvSpPr/>
          <p:nvPr/>
        </p:nvSpPr>
        <p:spPr>
          <a:xfrm>
            <a:off x="4436321" y="2415054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22C7DC37-04BD-DDA0-DE6A-EEF48F19B1A4}"/>
              </a:ext>
            </a:extLst>
          </p:cNvPr>
          <p:cNvGrpSpPr/>
          <p:nvPr/>
        </p:nvGrpSpPr>
        <p:grpSpPr>
          <a:xfrm>
            <a:off x="3970948" y="2154589"/>
            <a:ext cx="807954" cy="780492"/>
            <a:chOff x="937408" y="4506810"/>
            <a:chExt cx="769396" cy="743244"/>
          </a:xfrm>
        </p:grpSpPr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CA87566B-2915-E658-8E74-9101B5EAFE85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B380BFB7-0FB1-8A89-8D5A-B1134AB72B6E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B929AE8-0746-B1DF-DB14-A17EFE216FB5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B2280140-78F2-1879-7F0A-4CCE2F3930EB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C4855504-E8E1-8C77-366A-13F2A32FBABC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3B4E6452-12D1-A349-8413-CE579BB76442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5EE90E0B-8EF9-BB58-EEC7-0DB43BA6FA72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8" name="Oval 157">
              <a:extLst>
                <a:ext uri="{FF2B5EF4-FFF2-40B4-BE49-F238E27FC236}">
                  <a16:creationId xmlns:a16="http://schemas.microsoft.com/office/drawing/2014/main" id="{A3DA79D0-B350-0004-C92C-CDB963473429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FBD962B2-896F-E305-4E88-475E3AA01603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FB7CAB04-25D7-52DE-6E2A-91A59A010DF3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4E793587-49E6-0D43-A940-FAF4877F2015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CF40A299-429D-4EA2-52DD-A300A299E5F2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144A5583-43DD-BD51-C14C-4F9A05583161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4" name="Oval 163">
              <a:extLst>
                <a:ext uri="{FF2B5EF4-FFF2-40B4-BE49-F238E27FC236}">
                  <a16:creationId xmlns:a16="http://schemas.microsoft.com/office/drawing/2014/main" id="{5855CF75-687A-1035-C838-A325C2EDACE2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5" name="Oval 164">
              <a:extLst>
                <a:ext uri="{FF2B5EF4-FFF2-40B4-BE49-F238E27FC236}">
                  <a16:creationId xmlns:a16="http://schemas.microsoft.com/office/drawing/2014/main" id="{700E44E0-1BEA-E9CA-CA98-FBC047A957A3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55B0773A-DF2E-80F8-B4B8-740E36D6535F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976FBF93-3FF2-CC5B-1144-736E1F663FC5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5E95F549-8858-08F1-6062-5BFA6EB56448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A2C53F77-1A5B-F1D2-CB09-F720DFA0F5EB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5C85ADC6-FE2A-E839-AC8B-1D8BBAD2EFEA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B765DDA8-C3C8-6C7A-AEED-E7EA720322EC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7146A624-6057-C173-BF42-899A046E4A27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9C719DD3-0454-0EFA-9E1D-0D267EE4D802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8EB97978-AE4A-49FF-57E5-03F6A2D9BD6E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FF852712-CF5D-9C41-D99F-42770438A736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6" name="Rounded Rectangle 175">
            <a:extLst>
              <a:ext uri="{FF2B5EF4-FFF2-40B4-BE49-F238E27FC236}">
                <a16:creationId xmlns:a16="http://schemas.microsoft.com/office/drawing/2014/main" id="{2A3A5E89-2A9F-17FA-8FF0-859AC6997B4A}"/>
              </a:ext>
            </a:extLst>
          </p:cNvPr>
          <p:cNvSpPr/>
          <p:nvPr/>
        </p:nvSpPr>
        <p:spPr>
          <a:xfrm>
            <a:off x="4120664" y="2668220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1E1D7298-E1AE-6A70-9ABB-6F2659301D20}"/>
              </a:ext>
            </a:extLst>
          </p:cNvPr>
          <p:cNvSpPr/>
          <p:nvPr/>
        </p:nvSpPr>
        <p:spPr>
          <a:xfrm>
            <a:off x="4120417" y="229498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ounded Rectangle 178">
            <a:extLst>
              <a:ext uri="{FF2B5EF4-FFF2-40B4-BE49-F238E27FC236}">
                <a16:creationId xmlns:a16="http://schemas.microsoft.com/office/drawing/2014/main" id="{6BFCB12D-106F-F2C2-61F6-A6B2C467DF16}"/>
              </a:ext>
            </a:extLst>
          </p:cNvPr>
          <p:cNvSpPr/>
          <p:nvPr/>
        </p:nvSpPr>
        <p:spPr>
          <a:xfrm>
            <a:off x="4509874" y="2481168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0" name="Rounded Rectangle 179">
            <a:extLst>
              <a:ext uri="{FF2B5EF4-FFF2-40B4-BE49-F238E27FC236}">
                <a16:creationId xmlns:a16="http://schemas.microsoft.com/office/drawing/2014/main" id="{4DB5728A-5E94-571D-2A0D-D78C7D5B0B6E}"/>
              </a:ext>
            </a:extLst>
          </p:cNvPr>
          <p:cNvSpPr/>
          <p:nvPr/>
        </p:nvSpPr>
        <p:spPr>
          <a:xfrm>
            <a:off x="4503858" y="2857553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5" name="Picture 184">
            <a:extLst>
              <a:ext uri="{FF2B5EF4-FFF2-40B4-BE49-F238E27FC236}">
                <a16:creationId xmlns:a16="http://schemas.microsoft.com/office/drawing/2014/main" id="{AE05D9A5-35DE-9630-CD9A-7A580B7CBD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760" y="1730589"/>
            <a:ext cx="885499" cy="277184"/>
          </a:xfrm>
          <a:prstGeom prst="rect">
            <a:avLst/>
          </a:prstGeom>
        </p:spPr>
      </p:pic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A820C6C0-79BF-1519-7296-F16B24CCAC45}"/>
              </a:ext>
            </a:extLst>
          </p:cNvPr>
          <p:cNvSpPr/>
          <p:nvPr/>
        </p:nvSpPr>
        <p:spPr>
          <a:xfrm>
            <a:off x="6215042" y="200763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Rounded Rectangle 186">
            <a:extLst>
              <a:ext uri="{FF2B5EF4-FFF2-40B4-BE49-F238E27FC236}">
                <a16:creationId xmlns:a16="http://schemas.microsoft.com/office/drawing/2014/main" id="{EB1BD869-9F9D-9DD7-B9E9-B910A49782A0}"/>
              </a:ext>
            </a:extLst>
          </p:cNvPr>
          <p:cNvSpPr/>
          <p:nvPr/>
        </p:nvSpPr>
        <p:spPr>
          <a:xfrm>
            <a:off x="6790599" y="2329785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84D10771-E8ED-585A-E171-11085033C96D}"/>
              </a:ext>
            </a:extLst>
          </p:cNvPr>
          <p:cNvGrpSpPr/>
          <p:nvPr/>
        </p:nvGrpSpPr>
        <p:grpSpPr>
          <a:xfrm>
            <a:off x="6321364" y="2090922"/>
            <a:ext cx="807954" cy="780492"/>
            <a:chOff x="937408" y="4506810"/>
            <a:chExt cx="769396" cy="743244"/>
          </a:xfrm>
        </p:grpSpPr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EC53237D-B79A-E2FD-B082-358C4C1F1AC2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3DA37D16-9AA9-8089-0351-2FBDD8546549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EF19AE7-E657-FDA8-6A51-EA4AFA0B8C3B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6F145629-8A5C-6359-724B-A84A66AE03EB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C95BC995-CF49-805A-C3DB-CEDAECCB453D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35180EB8-CA78-46A0-1309-961CAC5DA0FF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EF2981C2-EACE-D01A-3BEF-88AF589EA39C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CE28A62D-0BF7-8212-A1F4-A7A4A4C3794C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DDA4516-1192-073D-73F5-F908832BB47F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849BE8BB-4163-6C4E-0659-D03D1136E7A0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95AEB848-E8DC-2C68-2A85-2F471897B533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56BFCCEF-00B6-6943-DE88-8FC7D721DC8E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3A0B3735-9F97-70D6-8AF4-AF93D7946DE5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FFE22FBD-BADF-F2E5-7D02-0BB40D28804E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A6EEA1BE-293D-B204-9D96-2EC3626B68DF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DA3E8F51-E234-AA64-1B7C-C9A223840697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0037B351-44BF-62B9-46ED-A31D15112F03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34D85C6A-056B-23EC-8EAC-C54E386AA281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695A819-8DF6-13DE-C804-9C81F71033CE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3C01FBD-3149-8CFC-B134-91FB3B553D4E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5D8E102-A535-3C85-EA1C-BF686B82EAD0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FBC94CEE-39B3-7881-376B-97CC338260E3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43B96DCD-E705-1D98-2793-E9A1AF457B18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FCFD1838-0FBD-1133-D167-4C0ECE4F5332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27B8661-E569-23A9-EB22-18EABFF08456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76609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19D6C-822D-8D99-10EC-AABA4CC12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A273B624-05BE-DE62-0486-38AED8A30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pic>
        <p:nvPicPr>
          <p:cNvPr id="236" name="Picture 235" descr="A black and white text&#10;&#10;AI-generated content may be incorrect.">
            <a:extLst>
              <a:ext uri="{FF2B5EF4-FFF2-40B4-BE49-F238E27FC236}">
                <a16:creationId xmlns:a16="http://schemas.microsoft.com/office/drawing/2014/main" id="{53A33D99-542D-FE5A-1DAE-4B77850C0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23" y="5486805"/>
            <a:ext cx="740477" cy="328772"/>
          </a:xfrm>
          <a:prstGeom prst="rect">
            <a:avLst/>
          </a:prstGeom>
        </p:spPr>
      </p:pic>
      <p:pic>
        <p:nvPicPr>
          <p:cNvPr id="237" name="Picture 236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234D3DC2-74C9-8C98-403B-E137F0C90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5200" y="3454471"/>
            <a:ext cx="1321425" cy="353686"/>
          </a:xfrm>
          <a:prstGeom prst="rect">
            <a:avLst/>
          </a:prstGeom>
        </p:spPr>
      </p:pic>
      <p:grpSp>
        <p:nvGrpSpPr>
          <p:cNvPr id="328" name="Group 327">
            <a:extLst>
              <a:ext uri="{FF2B5EF4-FFF2-40B4-BE49-F238E27FC236}">
                <a16:creationId xmlns:a16="http://schemas.microsoft.com/office/drawing/2014/main" id="{7D402532-0CE8-7F67-CD79-4A130DFBCE9C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5BCBB8AD-7942-788B-AD10-BFC6F7216FF0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E0546549-99BC-9C21-6B58-D0AC4A3CAE42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E6F8CD00-68C0-4FB9-F823-43CDB9459353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4722CBE9-FDEE-6F6F-8EDC-92D7DE7C3F87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288AE10A-08CE-1224-BA26-F1B236FAE0AC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C49B57D6-8BA0-4A70-1898-ADE852974491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37F0F64-0C11-B3FB-892F-FCB835E49851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63F8E82B-DB93-1694-6CB8-8300D819C6E6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8E94AF34-BD1F-009F-3F48-8F636EA937A5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F6C1DB5D-9309-FB0B-842F-3909C79FB295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8D5782F4-8137-AA4C-0466-ADEDB83B87EB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81DB0B16-8182-716C-B195-3F36BE4001E7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ACA34D62-0CA9-4C59-D92E-908836436926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BD5E8DFC-EEB8-63F5-71B6-C613AF8BC4ED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6C5B64B1-ADD7-980E-6BFF-988DB6E05D1F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0EC5FE3C-5560-7F23-6276-C5DC35E1E399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654AA267-33FF-9312-B8D8-5A87812DA53E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077671D4-7235-B0FB-43B7-01D60B9FEC31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644501C5-DA6E-766B-C8C1-67EE3A5BA2AF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70391BED-D69C-A6FF-6831-238A32D52574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242FD093-D4F2-3352-EF6B-3B7EC6CAE790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F7C9F33A-73D9-4174-8B21-4B2858BE1199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F5142D97-ECDC-050B-075E-0C6257B76D82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609F25C0-4124-7B37-E8A1-15211277A6EE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1A8B48CA-34C9-6FC4-AAF8-897FBB0A298A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0B653809-1E39-3B88-F2BE-5B962BF075D4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3AB28D0D-1D13-3767-C52F-46ABF365EB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pic>
        <p:nvPicPr>
          <p:cNvPr id="383" name="Picture 382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5A03E383-7B71-3038-4431-A9FEEDA1E6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663" y="3033212"/>
            <a:ext cx="781975" cy="429788"/>
          </a:xfrm>
          <a:prstGeom prst="rect">
            <a:avLst/>
          </a:prstGeom>
        </p:spPr>
      </p:pic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26BB7510-9265-9505-E3D5-42ACA9B4E6C6}"/>
              </a:ext>
            </a:extLst>
          </p:cNvPr>
          <p:cNvCxnSpPr>
            <a:cxnSpLocks/>
          </p:cNvCxnSpPr>
          <p:nvPr/>
        </p:nvCxnSpPr>
        <p:spPr>
          <a:xfrm flipH="1">
            <a:off x="5001826" y="2706501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678AAEFF-EA10-3671-00CF-D665AD56A560}"/>
              </a:ext>
            </a:extLst>
          </p:cNvPr>
          <p:cNvCxnSpPr>
            <a:cxnSpLocks/>
          </p:cNvCxnSpPr>
          <p:nvPr/>
        </p:nvCxnSpPr>
        <p:spPr>
          <a:xfrm flipH="1">
            <a:off x="2734876" y="2737806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Rounded Rectangle 386">
            <a:extLst>
              <a:ext uri="{FF2B5EF4-FFF2-40B4-BE49-F238E27FC236}">
                <a16:creationId xmlns:a16="http://schemas.microsoft.com/office/drawing/2014/main" id="{047A6A65-EA71-614C-88B4-B5C9790B6975}"/>
              </a:ext>
            </a:extLst>
          </p:cNvPr>
          <p:cNvSpPr/>
          <p:nvPr/>
        </p:nvSpPr>
        <p:spPr>
          <a:xfrm>
            <a:off x="3857516" y="2073090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ounded Rectangle 387">
            <a:extLst>
              <a:ext uri="{FF2B5EF4-FFF2-40B4-BE49-F238E27FC236}">
                <a16:creationId xmlns:a16="http://schemas.microsoft.com/office/drawing/2014/main" id="{8A72C68C-A266-A6B3-5817-F2FFEC9DDF07}"/>
              </a:ext>
            </a:extLst>
          </p:cNvPr>
          <p:cNvSpPr/>
          <p:nvPr/>
        </p:nvSpPr>
        <p:spPr>
          <a:xfrm>
            <a:off x="4436321" y="2415054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69327EBC-C30C-E86F-FE87-D3DA775CB358}"/>
              </a:ext>
            </a:extLst>
          </p:cNvPr>
          <p:cNvGrpSpPr/>
          <p:nvPr/>
        </p:nvGrpSpPr>
        <p:grpSpPr>
          <a:xfrm>
            <a:off x="3970948" y="2154589"/>
            <a:ext cx="807954" cy="780492"/>
            <a:chOff x="937408" y="4506810"/>
            <a:chExt cx="769396" cy="743244"/>
          </a:xfrm>
        </p:grpSpPr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2D91E085-07DB-BDA2-275C-71FF3C2E7F84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CE1026B4-B72B-DB0E-E10C-09D15156AF5C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74760BCE-FD77-E048-4561-4C9D0153F33C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1C67AFA0-EB6B-302A-C062-6268410BF758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676678E6-153E-237A-EEB9-3060BB0B0E17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21738DE2-0FEF-2690-1690-F08E6BF83447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1C4A109E-54D7-EB15-D99C-2531AB40DD38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02841761-C055-1589-713A-5E738C35A86A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50E7D9CE-7DEC-135D-386D-7A527624E446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C0F194FC-79AC-CF72-4754-137D50836ED2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C2C4A44A-7DD6-A7AD-3ACD-5010704E5406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E909ECF8-7973-7566-62EA-3CA8E94764DD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5732A26A-F06F-3E61-F9FF-1EBFA51B0522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2BEE2FD5-7462-F89E-94AE-246BE8C43E3A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BDFD0C28-61A0-DBE4-A321-B7C823C9E9EF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0F4E8A46-BB69-CBA4-ACAC-2C2E1693CAEB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9B688F2C-4E38-2A35-439C-CD49575DCC87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FEF64BC-B7EC-88C4-DB4A-2C19A6E09D8C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FC887FF1-1A56-9C3C-F635-3135E6B272E1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B75F2A53-2D82-BE76-C753-44912B20E3E6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4FDB6710-D667-81D1-F6EF-447F0B9FEE1A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9772B2E1-4463-2034-9996-5D7EFD97E786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87BB42D7-0E49-C359-6CE0-5A242E04EA1C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71477C24-FF79-A222-A95C-B03992F9D46F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72B977B3-0A78-EB7C-8700-44B0C4DBD969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5" name="Rounded Rectangle 414">
            <a:extLst>
              <a:ext uri="{FF2B5EF4-FFF2-40B4-BE49-F238E27FC236}">
                <a16:creationId xmlns:a16="http://schemas.microsoft.com/office/drawing/2014/main" id="{3EFEB600-0BE8-2E27-AAB5-34FFF71AF748}"/>
              </a:ext>
            </a:extLst>
          </p:cNvPr>
          <p:cNvSpPr/>
          <p:nvPr/>
        </p:nvSpPr>
        <p:spPr>
          <a:xfrm>
            <a:off x="4120664" y="2668220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ounded Rectangle 415">
            <a:extLst>
              <a:ext uri="{FF2B5EF4-FFF2-40B4-BE49-F238E27FC236}">
                <a16:creationId xmlns:a16="http://schemas.microsoft.com/office/drawing/2014/main" id="{4FB88673-F2B0-E75D-5207-D225D7425A59}"/>
              </a:ext>
            </a:extLst>
          </p:cNvPr>
          <p:cNvSpPr/>
          <p:nvPr/>
        </p:nvSpPr>
        <p:spPr>
          <a:xfrm>
            <a:off x="4120417" y="229498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ounded Rectangle 416">
            <a:extLst>
              <a:ext uri="{FF2B5EF4-FFF2-40B4-BE49-F238E27FC236}">
                <a16:creationId xmlns:a16="http://schemas.microsoft.com/office/drawing/2014/main" id="{BFB74591-CCBD-7F6C-CD27-64B18BD94012}"/>
              </a:ext>
            </a:extLst>
          </p:cNvPr>
          <p:cNvSpPr/>
          <p:nvPr/>
        </p:nvSpPr>
        <p:spPr>
          <a:xfrm>
            <a:off x="4509874" y="2481168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E7AA907-1032-D4EF-AE59-713A24EA7FA5}"/>
              </a:ext>
            </a:extLst>
          </p:cNvPr>
          <p:cNvSpPr/>
          <p:nvPr/>
        </p:nvSpPr>
        <p:spPr>
          <a:xfrm>
            <a:off x="4503858" y="2857553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34133E-F14B-0D38-B56A-59C06A3B9929}"/>
              </a:ext>
            </a:extLst>
          </p:cNvPr>
          <p:cNvSpPr/>
          <p:nvPr/>
        </p:nvSpPr>
        <p:spPr>
          <a:xfrm>
            <a:off x="1606891" y="446582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919C6E8-A3F8-045A-B5F0-78BCD95309FE}"/>
              </a:ext>
            </a:extLst>
          </p:cNvPr>
          <p:cNvSpPr/>
          <p:nvPr/>
        </p:nvSpPr>
        <p:spPr>
          <a:xfrm>
            <a:off x="2169220" y="4799519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DC32FBF-7082-5087-A78D-62FBDD22A41B}"/>
              </a:ext>
            </a:extLst>
          </p:cNvPr>
          <p:cNvSpPr/>
          <p:nvPr/>
        </p:nvSpPr>
        <p:spPr>
          <a:xfrm>
            <a:off x="1781198" y="4604788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A051DBE-4A7F-06E8-5A90-DC3B658CD5ED}"/>
              </a:ext>
            </a:extLst>
          </p:cNvPr>
          <p:cNvGrpSpPr/>
          <p:nvPr/>
        </p:nvGrpSpPr>
        <p:grpSpPr>
          <a:xfrm>
            <a:off x="1703347" y="4549616"/>
            <a:ext cx="807954" cy="780492"/>
            <a:chOff x="937408" y="4506810"/>
            <a:chExt cx="769396" cy="743244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D65EC2A-70A0-8A4D-C847-2E2EE32AC5DE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AD9502E-E850-AD48-D005-0174F7AFAD7F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9EF7BBA-99DF-EF03-004F-0425084BF88D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2D6CFE6-339E-289F-30CD-630E2632301A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968EFFE-1A5A-2B8D-0AA4-023625E570E9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FFD60B3-4CEC-4186-7E8A-B89BA4588D45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ABDA35-C26B-831A-F7BE-6A6AA5A7AA50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38A59F1-F2CA-E99E-D2A9-B926F58163BE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4F7F0AD-5023-1FA1-C544-974626F8469D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D5C89CC-361B-7D94-8A0A-043C436DDAA4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18F4F0F-DF2F-2DFA-515D-73E3D8A7F2B7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ECDC3DE-24F1-83BA-1761-76CDA27F86C6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B7AEF66-1BE9-0C1A-8FAD-F1DBBF4D52BA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89114D0-E157-8AC5-03C2-33C7381512ED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781EA3A-33DF-DA7D-D332-24183EEB8388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8457E17-1665-4EB7-59AA-7FEAA2F9C82A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B75AD4E-3287-C863-8692-CD3E93E0E3F2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497CC54-E7EA-EEE2-AEEA-E7E869A591F0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6652EDCD-8E19-3BB5-61B4-36A137B82CDE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8BAFB75-5B0E-5FC3-5FFD-5AC43F6953C6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102690F-6159-7418-6548-8D2CEEADE157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F1E7BD4-3B54-D1CF-E4C6-CE9B21F9D7DB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24467183-F830-A503-832E-9FB909C7694A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B5B4DC5-0423-23B3-1830-3CD9710C22EE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921F8ABD-7448-BCFA-93CE-CC334752CBFB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Freeform 36">
            <a:extLst>
              <a:ext uri="{FF2B5EF4-FFF2-40B4-BE49-F238E27FC236}">
                <a16:creationId xmlns:a16="http://schemas.microsoft.com/office/drawing/2014/main" id="{D2C98293-DCF1-7CAC-61B3-48D058EFE0E6}"/>
              </a:ext>
            </a:extLst>
          </p:cNvPr>
          <p:cNvSpPr/>
          <p:nvPr/>
        </p:nvSpPr>
        <p:spPr>
          <a:xfrm>
            <a:off x="325647" y="2767659"/>
            <a:ext cx="8521524" cy="2099432"/>
          </a:xfrm>
          <a:custGeom>
            <a:avLst/>
            <a:gdLst>
              <a:gd name="connsiteX0" fmla="*/ 1262407 w 8521524"/>
              <a:gd name="connsiteY0" fmla="*/ 2206869 h 2206869"/>
              <a:gd name="connsiteX1" fmla="*/ 532645 w 8521524"/>
              <a:gd name="connsiteY1" fmla="*/ 1565030 h 2206869"/>
              <a:gd name="connsiteX2" fmla="*/ 8181953 w 8521524"/>
              <a:gd name="connsiteY2" fmla="*/ 861646 h 2206869"/>
              <a:gd name="connsiteX3" fmla="*/ 7179630 w 8521524"/>
              <a:gd name="connsiteY3" fmla="*/ 0 h 220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21524" h="2206869">
                <a:moveTo>
                  <a:pt x="1262407" y="2206869"/>
                </a:moveTo>
                <a:cubicBezTo>
                  <a:pt x="320897" y="1998051"/>
                  <a:pt x="-620613" y="1789234"/>
                  <a:pt x="532645" y="1565030"/>
                </a:cubicBezTo>
                <a:cubicBezTo>
                  <a:pt x="1685903" y="1340826"/>
                  <a:pt x="7074122" y="1122484"/>
                  <a:pt x="8181953" y="861646"/>
                </a:cubicBezTo>
                <a:cubicBezTo>
                  <a:pt x="9289784" y="600808"/>
                  <a:pt x="7346684" y="140677"/>
                  <a:pt x="7179630" y="0"/>
                </a:cubicBezTo>
              </a:path>
            </a:pathLst>
          </a:custGeom>
          <a:noFill/>
          <a:ln w="34925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4835A0CD-C120-EF64-FEE3-15FD536F98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760" y="1730589"/>
            <a:ext cx="885499" cy="277184"/>
          </a:xfrm>
          <a:prstGeom prst="rect">
            <a:avLst/>
          </a:prstGeom>
        </p:spPr>
      </p:pic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92B26ED0-D550-F503-A25B-1C3EDCBC2D60}"/>
              </a:ext>
            </a:extLst>
          </p:cNvPr>
          <p:cNvSpPr/>
          <p:nvPr/>
        </p:nvSpPr>
        <p:spPr>
          <a:xfrm>
            <a:off x="6215042" y="200763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45C5F31D-3588-E249-96DC-3083255C3E2E}"/>
              </a:ext>
            </a:extLst>
          </p:cNvPr>
          <p:cNvSpPr/>
          <p:nvPr/>
        </p:nvSpPr>
        <p:spPr>
          <a:xfrm>
            <a:off x="6790599" y="2329785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2F737D6-FB37-D064-9218-1DCB16F29C1F}"/>
              </a:ext>
            </a:extLst>
          </p:cNvPr>
          <p:cNvGrpSpPr/>
          <p:nvPr/>
        </p:nvGrpSpPr>
        <p:grpSpPr>
          <a:xfrm>
            <a:off x="6321364" y="2090922"/>
            <a:ext cx="807954" cy="780492"/>
            <a:chOff x="937408" y="4506810"/>
            <a:chExt cx="769396" cy="743244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CD0D76C0-6845-52A7-4E45-578CF82BE084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F494E893-1C9E-6F43-3D13-0B8232071521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9129354-7AF0-02DE-6641-53E3DBA0646A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DA870BB-4459-E3E5-0693-5EFC1041CFE4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3C50D92-CAB2-999F-D6EF-F566C88DCCB4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9CDA4AC-C71D-E668-F3D8-4E51827A7327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6B2CE821-E046-989E-4B28-39AFF6287CE6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73552F1-E225-1938-9ADB-40A0DD4D89EA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51448D4-D21D-1719-83C3-89C3A368FA05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A83BA1E-E2EB-D6D7-50F4-7BEC6B49E5FE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148817D6-451C-8142-91C9-5180FBCFF31A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ACD6A79-1D49-990C-3470-81979309921D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FDC5591-064A-B128-71D2-C99AB83B8151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58D65A1-3812-70C0-B64E-F75A2911865E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CDA993CA-8EFA-4D40-9F0E-BFBE09FA76F0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B4C6EBBC-F712-D8B9-2699-173F64B6E69E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FEB2ADE-8BAD-8897-B74E-BCFE2348DE8F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7455ACE-CE67-4FD1-2112-75A44850A11D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23388EBC-0345-C817-997E-8DDE91957787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3A7CAAB-9C0B-FB93-2F19-CE8506FCFA55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8DA0CA36-5621-6A46-A5FD-DFD143A5FC7C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A660B1B7-1566-EAC9-8761-B46CF47A0D42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1FEE3E9E-98AC-3A43-21AB-0CA79CCAE58F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B0B20A8-8CBE-7D5B-212A-52C7B66FC4FB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2ACCF9C9-6FF5-D0F9-3C0D-52CA357BD2AA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0515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F7DF4-CB25-2858-1F02-69CBEE1AC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0B0B6130-5A44-B3DF-E403-52E83001C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sp>
        <p:nvSpPr>
          <p:cNvPr id="226" name="Freeform 225">
            <a:extLst>
              <a:ext uri="{FF2B5EF4-FFF2-40B4-BE49-F238E27FC236}">
                <a16:creationId xmlns:a16="http://schemas.microsoft.com/office/drawing/2014/main" id="{DFC8E898-A1A0-0B94-AEE2-483E2F22605C}"/>
              </a:ext>
            </a:extLst>
          </p:cNvPr>
          <p:cNvSpPr/>
          <p:nvPr/>
        </p:nvSpPr>
        <p:spPr>
          <a:xfrm>
            <a:off x="325647" y="2767659"/>
            <a:ext cx="8521524" cy="2099432"/>
          </a:xfrm>
          <a:custGeom>
            <a:avLst/>
            <a:gdLst>
              <a:gd name="connsiteX0" fmla="*/ 1262407 w 8521524"/>
              <a:gd name="connsiteY0" fmla="*/ 2206869 h 2206869"/>
              <a:gd name="connsiteX1" fmla="*/ 532645 w 8521524"/>
              <a:gd name="connsiteY1" fmla="*/ 1565030 h 2206869"/>
              <a:gd name="connsiteX2" fmla="*/ 8181953 w 8521524"/>
              <a:gd name="connsiteY2" fmla="*/ 861646 h 2206869"/>
              <a:gd name="connsiteX3" fmla="*/ 7179630 w 8521524"/>
              <a:gd name="connsiteY3" fmla="*/ 0 h 2206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21524" h="2206869">
                <a:moveTo>
                  <a:pt x="1262407" y="2206869"/>
                </a:moveTo>
                <a:cubicBezTo>
                  <a:pt x="320897" y="1998051"/>
                  <a:pt x="-620613" y="1789234"/>
                  <a:pt x="532645" y="1565030"/>
                </a:cubicBezTo>
                <a:cubicBezTo>
                  <a:pt x="1685903" y="1340826"/>
                  <a:pt x="7074122" y="1122484"/>
                  <a:pt x="8181953" y="861646"/>
                </a:cubicBezTo>
                <a:cubicBezTo>
                  <a:pt x="9289784" y="600808"/>
                  <a:pt x="7346684" y="140677"/>
                  <a:pt x="7179630" y="0"/>
                </a:cubicBezTo>
              </a:path>
            </a:pathLst>
          </a:custGeom>
          <a:noFill/>
          <a:ln w="34925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6" name="Picture 235" descr="A black and white text&#10;&#10;AI-generated content may be incorrect.">
            <a:extLst>
              <a:ext uri="{FF2B5EF4-FFF2-40B4-BE49-F238E27FC236}">
                <a16:creationId xmlns:a16="http://schemas.microsoft.com/office/drawing/2014/main" id="{DB3CF35B-AF78-9DDD-0917-E42E969640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23" y="5486805"/>
            <a:ext cx="740477" cy="328772"/>
          </a:xfrm>
          <a:prstGeom prst="rect">
            <a:avLst/>
          </a:prstGeom>
        </p:spPr>
      </p:pic>
      <p:grpSp>
        <p:nvGrpSpPr>
          <p:cNvPr id="328" name="Group 327">
            <a:extLst>
              <a:ext uri="{FF2B5EF4-FFF2-40B4-BE49-F238E27FC236}">
                <a16:creationId xmlns:a16="http://schemas.microsoft.com/office/drawing/2014/main" id="{B9F7EBF1-FE68-18E9-BE1E-03B4921EC479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262DC9A7-E5DB-95CA-B104-76283B82277A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BC79ED0E-AD7C-2D25-19AD-BE08E336F842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E93AFC24-B6AC-A399-F62B-DD72A6A485C2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8C0C68D0-E66E-BE6F-9D2D-C2D6EF5EA711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0185A03C-4D23-5143-A62F-B752FB4AAFBE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D8148E22-8206-2EBC-204D-F4AB6A5FE9DC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52E7DC2C-DADE-90AC-53B0-E5BA185FC9AE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0A939B0F-1CB3-549B-99BE-1387DF44C2BB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88430F98-574B-504D-3409-76369B87F376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66FE30BD-DEDB-6DDF-68AE-9609E8534624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51B3164E-B30D-C511-6172-2E29195B1E86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9EF1266A-FFF4-6F21-F306-A5C131AFDD43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8BDC2F82-3D8B-0CA7-A611-5E7E22129435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A94DFEEE-9435-6654-D14E-BEB023512E63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D9E2F096-2C77-769D-7363-744069E02D52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ABD8C619-A274-1336-62C2-4ECA611925EB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A9D32469-B5E8-B35B-9EB2-C6BCF06E855A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2B8D9D92-25A1-7979-5E06-EA7E89C6F1E1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745B3F9F-258F-D8D5-6187-37ECE8DAD973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34C61048-C5B1-B849-20CD-ACB22F60EC7C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0A7BFF24-A381-7E18-5C43-8ADAE38650C7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EB216A1-F2E1-6C10-C6EF-01BB162AF00B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DF8D60F5-C12F-F1AA-17A2-576FD720EA46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BF55E15B-6BDD-77DC-6E0A-D8F8019C5825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A6758D94-7279-DDD0-8630-0CFD96E5B91D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164BD540-7B99-F803-9C10-3CFD1B40681F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ounded Rectangle 379">
            <a:extLst>
              <a:ext uri="{FF2B5EF4-FFF2-40B4-BE49-F238E27FC236}">
                <a16:creationId xmlns:a16="http://schemas.microsoft.com/office/drawing/2014/main" id="{304647EC-F95A-B1F5-A7D7-0D5CBA74E204}"/>
              </a:ext>
            </a:extLst>
          </p:cNvPr>
          <p:cNvSpPr/>
          <p:nvPr/>
        </p:nvSpPr>
        <p:spPr>
          <a:xfrm>
            <a:off x="6215042" y="200763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95B27EC3-A3B4-1DCB-673E-F4F72537C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82" name="Rounded Rectangle 381">
            <a:extLst>
              <a:ext uri="{FF2B5EF4-FFF2-40B4-BE49-F238E27FC236}">
                <a16:creationId xmlns:a16="http://schemas.microsoft.com/office/drawing/2014/main" id="{00498062-39B2-5560-885A-B1F8132BBB32}"/>
              </a:ext>
            </a:extLst>
          </p:cNvPr>
          <p:cNvSpPr/>
          <p:nvPr/>
        </p:nvSpPr>
        <p:spPr>
          <a:xfrm>
            <a:off x="6790599" y="2329785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3" name="Picture 382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A25632D1-46DC-5201-FC10-7B08BD485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7663" y="3033212"/>
            <a:ext cx="781975" cy="429788"/>
          </a:xfrm>
          <a:prstGeom prst="rect">
            <a:avLst/>
          </a:prstGeom>
        </p:spPr>
      </p:pic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2E00D74F-7E8F-F472-15C7-ECBE8B2C0F2E}"/>
              </a:ext>
            </a:extLst>
          </p:cNvPr>
          <p:cNvCxnSpPr>
            <a:cxnSpLocks/>
          </p:cNvCxnSpPr>
          <p:nvPr/>
        </p:nvCxnSpPr>
        <p:spPr>
          <a:xfrm flipH="1">
            <a:off x="5001826" y="2706501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747D0419-35D6-3E2D-6EDE-3458A7E4E260}"/>
              </a:ext>
            </a:extLst>
          </p:cNvPr>
          <p:cNvCxnSpPr>
            <a:cxnSpLocks/>
          </p:cNvCxnSpPr>
          <p:nvPr/>
        </p:nvCxnSpPr>
        <p:spPr>
          <a:xfrm flipH="1">
            <a:off x="2734876" y="2737806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Rounded Rectangle 386">
            <a:extLst>
              <a:ext uri="{FF2B5EF4-FFF2-40B4-BE49-F238E27FC236}">
                <a16:creationId xmlns:a16="http://schemas.microsoft.com/office/drawing/2014/main" id="{D224BA95-EFA6-D07E-0F5C-E164C67BE0AA}"/>
              </a:ext>
            </a:extLst>
          </p:cNvPr>
          <p:cNvSpPr/>
          <p:nvPr/>
        </p:nvSpPr>
        <p:spPr>
          <a:xfrm>
            <a:off x="3857516" y="2073090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ounded Rectangle 387">
            <a:extLst>
              <a:ext uri="{FF2B5EF4-FFF2-40B4-BE49-F238E27FC236}">
                <a16:creationId xmlns:a16="http://schemas.microsoft.com/office/drawing/2014/main" id="{4E3C4741-9C24-5F79-D357-FC3A7A287AAF}"/>
              </a:ext>
            </a:extLst>
          </p:cNvPr>
          <p:cNvSpPr/>
          <p:nvPr/>
        </p:nvSpPr>
        <p:spPr>
          <a:xfrm>
            <a:off x="4436321" y="2415054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EFEE415E-7114-453A-7265-19D37BCFA549}"/>
              </a:ext>
            </a:extLst>
          </p:cNvPr>
          <p:cNvGrpSpPr/>
          <p:nvPr/>
        </p:nvGrpSpPr>
        <p:grpSpPr>
          <a:xfrm>
            <a:off x="3970948" y="2154589"/>
            <a:ext cx="807954" cy="780492"/>
            <a:chOff x="937408" y="4506810"/>
            <a:chExt cx="769396" cy="743244"/>
          </a:xfrm>
        </p:grpSpPr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7B069715-B6ED-8AE8-7591-531BAE927BCF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D7C219C8-CD73-3E22-A2A8-E6858CE315AD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03A4F857-7D79-0084-4B59-AAE3D0BDF2C2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5A23C29B-DE77-F93A-9E5C-90D505CA086B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4F6E8568-6D2E-6E15-4669-20B837FD986A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72461E20-FE37-BF79-E3F1-833545DB9316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AA698D70-C62C-36F2-63B5-05689368C95A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902E0710-7E16-0291-B969-D05010427C99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FB3E6780-8601-4F46-5B1D-EEF46E71688B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C4CB47CE-A042-5F68-6DAA-9DFC1D074D0B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53E2BA4F-B8BF-5F12-0409-97FD6F32E8B2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BC315C50-C0EF-C43E-2C0E-7921C1664408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D2DEBF5D-482A-34BE-E261-CF800C56EA9A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202310E6-99B4-C006-7795-3A56928B1D06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5320D429-7F69-3776-D16B-0ED16E50AF88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2F80367D-A97C-CE92-5093-5DFB2FE27445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2593D42E-635C-E533-033B-14CCBC006112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336EE844-1E2A-C384-9F59-594AE5689DB8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673FC815-BCBA-52A1-FC9A-892734440E7C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A28AF759-7D8C-C646-B6F1-9ACA68A9E3DC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F53ED623-2772-0410-17C6-3043D873DBF0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C39D9F08-73BB-A9AA-1D01-178B1DB6BDA0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66EBA2E1-7242-67D0-BC0C-E308FE6E55AA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3D4956C8-601A-B4DC-45AA-C619FC640C84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7F2F4E5E-79E6-D5CE-01F4-DF6F0D29D003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5" name="Rounded Rectangle 414">
            <a:extLst>
              <a:ext uri="{FF2B5EF4-FFF2-40B4-BE49-F238E27FC236}">
                <a16:creationId xmlns:a16="http://schemas.microsoft.com/office/drawing/2014/main" id="{84F8CAAE-BB63-8174-5D4E-D313FD0FFD2D}"/>
              </a:ext>
            </a:extLst>
          </p:cNvPr>
          <p:cNvSpPr/>
          <p:nvPr/>
        </p:nvSpPr>
        <p:spPr>
          <a:xfrm>
            <a:off x="4120664" y="2668220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ounded Rectangle 415">
            <a:extLst>
              <a:ext uri="{FF2B5EF4-FFF2-40B4-BE49-F238E27FC236}">
                <a16:creationId xmlns:a16="http://schemas.microsoft.com/office/drawing/2014/main" id="{24DF909B-A3C0-BEA9-311D-FFF92953B4E6}"/>
              </a:ext>
            </a:extLst>
          </p:cNvPr>
          <p:cNvSpPr/>
          <p:nvPr/>
        </p:nvSpPr>
        <p:spPr>
          <a:xfrm>
            <a:off x="4120417" y="229498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ounded Rectangle 416">
            <a:extLst>
              <a:ext uri="{FF2B5EF4-FFF2-40B4-BE49-F238E27FC236}">
                <a16:creationId xmlns:a16="http://schemas.microsoft.com/office/drawing/2014/main" id="{B1A13279-200E-776F-3D8E-588485F6DE34}"/>
              </a:ext>
            </a:extLst>
          </p:cNvPr>
          <p:cNvSpPr/>
          <p:nvPr/>
        </p:nvSpPr>
        <p:spPr>
          <a:xfrm>
            <a:off x="4509874" y="2481168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ounded Rectangle 417">
            <a:extLst>
              <a:ext uri="{FF2B5EF4-FFF2-40B4-BE49-F238E27FC236}">
                <a16:creationId xmlns:a16="http://schemas.microsoft.com/office/drawing/2014/main" id="{791325C4-3799-8EF7-C419-44AFD24FC309}"/>
              </a:ext>
            </a:extLst>
          </p:cNvPr>
          <p:cNvSpPr/>
          <p:nvPr/>
        </p:nvSpPr>
        <p:spPr>
          <a:xfrm>
            <a:off x="4503858" y="2857553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4" name="Picture 423" descr="A black and white symbol&#10;&#10;AI-generated content may be incorrect.">
            <a:extLst>
              <a:ext uri="{FF2B5EF4-FFF2-40B4-BE49-F238E27FC236}">
                <a16:creationId xmlns:a16="http://schemas.microsoft.com/office/drawing/2014/main" id="{935B54B1-1502-FC38-05DE-B358324236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8009" y="3537457"/>
            <a:ext cx="1100202" cy="270700"/>
          </a:xfrm>
          <a:prstGeom prst="rect">
            <a:avLst/>
          </a:prstGeom>
        </p:spPr>
      </p:pic>
      <p:sp>
        <p:nvSpPr>
          <p:cNvPr id="426" name="Rounded Rectangle 425">
            <a:extLst>
              <a:ext uri="{FF2B5EF4-FFF2-40B4-BE49-F238E27FC236}">
                <a16:creationId xmlns:a16="http://schemas.microsoft.com/office/drawing/2014/main" id="{8C47D28B-0CF1-7586-1A85-32C7B7407018}"/>
              </a:ext>
            </a:extLst>
          </p:cNvPr>
          <p:cNvSpPr/>
          <p:nvPr/>
        </p:nvSpPr>
        <p:spPr>
          <a:xfrm>
            <a:off x="1606891" y="446582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Rounded Rectangle 426">
            <a:extLst>
              <a:ext uri="{FF2B5EF4-FFF2-40B4-BE49-F238E27FC236}">
                <a16:creationId xmlns:a16="http://schemas.microsoft.com/office/drawing/2014/main" id="{5D7E7CA6-73BC-91B5-C67A-57D05E5C3EEC}"/>
              </a:ext>
            </a:extLst>
          </p:cNvPr>
          <p:cNvSpPr/>
          <p:nvPr/>
        </p:nvSpPr>
        <p:spPr>
          <a:xfrm>
            <a:off x="2169220" y="4799519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8" name="Rounded Rectangle 427">
            <a:extLst>
              <a:ext uri="{FF2B5EF4-FFF2-40B4-BE49-F238E27FC236}">
                <a16:creationId xmlns:a16="http://schemas.microsoft.com/office/drawing/2014/main" id="{7416C031-DCB7-6C88-D6B9-C42D07ACEE9F}"/>
              </a:ext>
            </a:extLst>
          </p:cNvPr>
          <p:cNvSpPr/>
          <p:nvPr/>
        </p:nvSpPr>
        <p:spPr>
          <a:xfrm>
            <a:off x="1781198" y="4604788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AAD1E1E8-98B2-397F-9D2E-95DD8DBE2BEC}"/>
              </a:ext>
            </a:extLst>
          </p:cNvPr>
          <p:cNvGrpSpPr/>
          <p:nvPr/>
        </p:nvGrpSpPr>
        <p:grpSpPr>
          <a:xfrm>
            <a:off x="1703347" y="4549616"/>
            <a:ext cx="807954" cy="780492"/>
            <a:chOff x="937408" y="4506810"/>
            <a:chExt cx="769396" cy="743244"/>
          </a:xfrm>
        </p:grpSpPr>
        <p:sp>
          <p:nvSpPr>
            <p:cNvPr id="430" name="Oval 429">
              <a:extLst>
                <a:ext uri="{FF2B5EF4-FFF2-40B4-BE49-F238E27FC236}">
                  <a16:creationId xmlns:a16="http://schemas.microsoft.com/office/drawing/2014/main" id="{6DF5A02B-36A3-7E15-F4E9-17A45E9777C4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1" name="Oval 430">
              <a:extLst>
                <a:ext uri="{FF2B5EF4-FFF2-40B4-BE49-F238E27FC236}">
                  <a16:creationId xmlns:a16="http://schemas.microsoft.com/office/drawing/2014/main" id="{B6B04D19-F32E-AAB6-A762-71659783502A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2" name="Oval 431">
              <a:extLst>
                <a:ext uri="{FF2B5EF4-FFF2-40B4-BE49-F238E27FC236}">
                  <a16:creationId xmlns:a16="http://schemas.microsoft.com/office/drawing/2014/main" id="{8FE93AD4-DF74-6E14-2FE1-C75E34F212ED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3" name="Oval 432">
              <a:extLst>
                <a:ext uri="{FF2B5EF4-FFF2-40B4-BE49-F238E27FC236}">
                  <a16:creationId xmlns:a16="http://schemas.microsoft.com/office/drawing/2014/main" id="{BF4AE8D4-4531-9686-B0CE-494775E6B135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4" name="Oval 433">
              <a:extLst>
                <a:ext uri="{FF2B5EF4-FFF2-40B4-BE49-F238E27FC236}">
                  <a16:creationId xmlns:a16="http://schemas.microsoft.com/office/drawing/2014/main" id="{3E05DA3C-CFCE-36A1-1D8B-BDD2CD113F33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5" name="Oval 434">
              <a:extLst>
                <a:ext uri="{FF2B5EF4-FFF2-40B4-BE49-F238E27FC236}">
                  <a16:creationId xmlns:a16="http://schemas.microsoft.com/office/drawing/2014/main" id="{A78D36BE-67E2-D614-214D-539E7B927CAD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6" name="Oval 435">
              <a:extLst>
                <a:ext uri="{FF2B5EF4-FFF2-40B4-BE49-F238E27FC236}">
                  <a16:creationId xmlns:a16="http://schemas.microsoft.com/office/drawing/2014/main" id="{FF644795-1E6B-D42D-C2C8-6C8978E98264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7" name="Oval 436">
              <a:extLst>
                <a:ext uri="{FF2B5EF4-FFF2-40B4-BE49-F238E27FC236}">
                  <a16:creationId xmlns:a16="http://schemas.microsoft.com/office/drawing/2014/main" id="{C9362015-0D4D-0102-4A25-758891C496EB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8" name="Oval 437">
              <a:extLst>
                <a:ext uri="{FF2B5EF4-FFF2-40B4-BE49-F238E27FC236}">
                  <a16:creationId xmlns:a16="http://schemas.microsoft.com/office/drawing/2014/main" id="{A3357DE4-7C57-7A65-794D-86405CDB7A22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9" name="Oval 438">
              <a:extLst>
                <a:ext uri="{FF2B5EF4-FFF2-40B4-BE49-F238E27FC236}">
                  <a16:creationId xmlns:a16="http://schemas.microsoft.com/office/drawing/2014/main" id="{5F164CDF-5785-833F-973E-5C1A9E2A00D1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0" name="Oval 439">
              <a:extLst>
                <a:ext uri="{FF2B5EF4-FFF2-40B4-BE49-F238E27FC236}">
                  <a16:creationId xmlns:a16="http://schemas.microsoft.com/office/drawing/2014/main" id="{9C33A70B-DB6C-E73F-C7BD-9275EF8C8836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1" name="Oval 440">
              <a:extLst>
                <a:ext uri="{FF2B5EF4-FFF2-40B4-BE49-F238E27FC236}">
                  <a16:creationId xmlns:a16="http://schemas.microsoft.com/office/drawing/2014/main" id="{80CC7AAF-B19E-5991-0DB7-F814293FA1B1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2" name="Oval 441">
              <a:extLst>
                <a:ext uri="{FF2B5EF4-FFF2-40B4-BE49-F238E27FC236}">
                  <a16:creationId xmlns:a16="http://schemas.microsoft.com/office/drawing/2014/main" id="{F432CB57-3946-9963-767F-19CCDEBF728C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3" name="Oval 442">
              <a:extLst>
                <a:ext uri="{FF2B5EF4-FFF2-40B4-BE49-F238E27FC236}">
                  <a16:creationId xmlns:a16="http://schemas.microsoft.com/office/drawing/2014/main" id="{8843264A-1374-C35A-FFA9-DF68F31CD5C0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4" name="Oval 443">
              <a:extLst>
                <a:ext uri="{FF2B5EF4-FFF2-40B4-BE49-F238E27FC236}">
                  <a16:creationId xmlns:a16="http://schemas.microsoft.com/office/drawing/2014/main" id="{E1F6FD12-8E39-B3D8-968F-EF9901736FB4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5" name="Oval 444">
              <a:extLst>
                <a:ext uri="{FF2B5EF4-FFF2-40B4-BE49-F238E27FC236}">
                  <a16:creationId xmlns:a16="http://schemas.microsoft.com/office/drawing/2014/main" id="{7F10F9E6-0270-1994-8649-C0FDE23ED058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6" name="Oval 445">
              <a:extLst>
                <a:ext uri="{FF2B5EF4-FFF2-40B4-BE49-F238E27FC236}">
                  <a16:creationId xmlns:a16="http://schemas.microsoft.com/office/drawing/2014/main" id="{6C3CAF48-6D78-C458-D8DA-F2AB7C5FDAA0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7" name="Oval 446">
              <a:extLst>
                <a:ext uri="{FF2B5EF4-FFF2-40B4-BE49-F238E27FC236}">
                  <a16:creationId xmlns:a16="http://schemas.microsoft.com/office/drawing/2014/main" id="{84C2515C-F145-4BA5-6EB6-696937A48FAC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8" name="Oval 447">
              <a:extLst>
                <a:ext uri="{FF2B5EF4-FFF2-40B4-BE49-F238E27FC236}">
                  <a16:creationId xmlns:a16="http://schemas.microsoft.com/office/drawing/2014/main" id="{40F0CAFA-D325-874A-C1BC-EC086FB2A93E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F9666832-37B2-E6A0-3EB0-94AEE145A830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0" name="Oval 449">
              <a:extLst>
                <a:ext uri="{FF2B5EF4-FFF2-40B4-BE49-F238E27FC236}">
                  <a16:creationId xmlns:a16="http://schemas.microsoft.com/office/drawing/2014/main" id="{88A327C2-9A7E-48CE-6F8C-FE09828DA84A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1" name="Oval 450">
              <a:extLst>
                <a:ext uri="{FF2B5EF4-FFF2-40B4-BE49-F238E27FC236}">
                  <a16:creationId xmlns:a16="http://schemas.microsoft.com/office/drawing/2014/main" id="{245DC791-C69A-51DB-5E5C-5F465A304EE9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2" name="Oval 451">
              <a:extLst>
                <a:ext uri="{FF2B5EF4-FFF2-40B4-BE49-F238E27FC236}">
                  <a16:creationId xmlns:a16="http://schemas.microsoft.com/office/drawing/2014/main" id="{88CBF581-58C5-7149-9A72-6B852306EEA1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3" name="Oval 452">
              <a:extLst>
                <a:ext uri="{FF2B5EF4-FFF2-40B4-BE49-F238E27FC236}">
                  <a16:creationId xmlns:a16="http://schemas.microsoft.com/office/drawing/2014/main" id="{63EC9951-BE15-E4DD-7DFE-D1B62343F0AA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4" name="Oval 453">
              <a:extLst>
                <a:ext uri="{FF2B5EF4-FFF2-40B4-BE49-F238E27FC236}">
                  <a16:creationId xmlns:a16="http://schemas.microsoft.com/office/drawing/2014/main" id="{1EE22146-59E4-82C1-EB1B-67B376E1B9D6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55" name="Picture 454">
            <a:extLst>
              <a:ext uri="{FF2B5EF4-FFF2-40B4-BE49-F238E27FC236}">
                <a16:creationId xmlns:a16="http://schemas.microsoft.com/office/drawing/2014/main" id="{578EF62D-FBB1-1F6C-0A2F-C45493CA1F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760" y="1730589"/>
            <a:ext cx="885499" cy="277184"/>
          </a:xfrm>
          <a:prstGeom prst="rect">
            <a:avLst/>
          </a:prstGeom>
        </p:spPr>
      </p:pic>
      <p:grpSp>
        <p:nvGrpSpPr>
          <p:cNvPr id="483" name="Group 482">
            <a:extLst>
              <a:ext uri="{FF2B5EF4-FFF2-40B4-BE49-F238E27FC236}">
                <a16:creationId xmlns:a16="http://schemas.microsoft.com/office/drawing/2014/main" id="{B243913F-E0A2-B6E0-D518-DBABE9FFD18A}"/>
              </a:ext>
            </a:extLst>
          </p:cNvPr>
          <p:cNvGrpSpPr/>
          <p:nvPr/>
        </p:nvGrpSpPr>
        <p:grpSpPr>
          <a:xfrm>
            <a:off x="6321364" y="2090922"/>
            <a:ext cx="807954" cy="780492"/>
            <a:chOff x="937408" y="4506810"/>
            <a:chExt cx="769396" cy="743244"/>
          </a:xfrm>
        </p:grpSpPr>
        <p:sp>
          <p:nvSpPr>
            <p:cNvPr id="484" name="Oval 483">
              <a:extLst>
                <a:ext uri="{FF2B5EF4-FFF2-40B4-BE49-F238E27FC236}">
                  <a16:creationId xmlns:a16="http://schemas.microsoft.com/office/drawing/2014/main" id="{9DF384E5-11DB-313B-6734-D9CF65B9AF2A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5" name="Oval 484">
              <a:extLst>
                <a:ext uri="{FF2B5EF4-FFF2-40B4-BE49-F238E27FC236}">
                  <a16:creationId xmlns:a16="http://schemas.microsoft.com/office/drawing/2014/main" id="{1B40FD2B-CEF0-E4A3-98D4-4B3CC22FF73B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6" name="Oval 485">
              <a:extLst>
                <a:ext uri="{FF2B5EF4-FFF2-40B4-BE49-F238E27FC236}">
                  <a16:creationId xmlns:a16="http://schemas.microsoft.com/office/drawing/2014/main" id="{7E8CD5E8-DDC5-DDE1-49B5-F194117327ED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7" name="Oval 486">
              <a:extLst>
                <a:ext uri="{FF2B5EF4-FFF2-40B4-BE49-F238E27FC236}">
                  <a16:creationId xmlns:a16="http://schemas.microsoft.com/office/drawing/2014/main" id="{37B3A403-82FA-896B-F850-EE1C96AA8A51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8" name="Oval 487">
              <a:extLst>
                <a:ext uri="{FF2B5EF4-FFF2-40B4-BE49-F238E27FC236}">
                  <a16:creationId xmlns:a16="http://schemas.microsoft.com/office/drawing/2014/main" id="{2FF0644C-E672-D667-D1D5-39648F12A7B1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9" name="Oval 488">
              <a:extLst>
                <a:ext uri="{FF2B5EF4-FFF2-40B4-BE49-F238E27FC236}">
                  <a16:creationId xmlns:a16="http://schemas.microsoft.com/office/drawing/2014/main" id="{E9F46897-5BE3-CE6A-35C6-2A7F5905AD6A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0" name="Oval 489">
              <a:extLst>
                <a:ext uri="{FF2B5EF4-FFF2-40B4-BE49-F238E27FC236}">
                  <a16:creationId xmlns:a16="http://schemas.microsoft.com/office/drawing/2014/main" id="{5247061B-227A-161D-1739-D14BA57AB1C7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1" name="Oval 490">
              <a:extLst>
                <a:ext uri="{FF2B5EF4-FFF2-40B4-BE49-F238E27FC236}">
                  <a16:creationId xmlns:a16="http://schemas.microsoft.com/office/drawing/2014/main" id="{D7534308-4DC5-0EB8-7179-9454D080498D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2" name="Oval 491">
              <a:extLst>
                <a:ext uri="{FF2B5EF4-FFF2-40B4-BE49-F238E27FC236}">
                  <a16:creationId xmlns:a16="http://schemas.microsoft.com/office/drawing/2014/main" id="{2064FBFD-5002-9409-177B-2EFAEE9BCE54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3" name="Oval 492">
              <a:extLst>
                <a:ext uri="{FF2B5EF4-FFF2-40B4-BE49-F238E27FC236}">
                  <a16:creationId xmlns:a16="http://schemas.microsoft.com/office/drawing/2014/main" id="{524F677F-B364-D2D6-71D1-E63E8F0C1676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4" name="Oval 493">
              <a:extLst>
                <a:ext uri="{FF2B5EF4-FFF2-40B4-BE49-F238E27FC236}">
                  <a16:creationId xmlns:a16="http://schemas.microsoft.com/office/drawing/2014/main" id="{E25FC6D2-1A31-9F5B-9607-501E9A91E3B8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5" name="Oval 494">
              <a:extLst>
                <a:ext uri="{FF2B5EF4-FFF2-40B4-BE49-F238E27FC236}">
                  <a16:creationId xmlns:a16="http://schemas.microsoft.com/office/drawing/2014/main" id="{8F7237D8-0159-F439-9C30-FC0EAD6194A8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6" name="Oval 495">
              <a:extLst>
                <a:ext uri="{FF2B5EF4-FFF2-40B4-BE49-F238E27FC236}">
                  <a16:creationId xmlns:a16="http://schemas.microsoft.com/office/drawing/2014/main" id="{83DF72BF-6F46-3DAA-1A41-8C46BFB1B406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7" name="Oval 496">
              <a:extLst>
                <a:ext uri="{FF2B5EF4-FFF2-40B4-BE49-F238E27FC236}">
                  <a16:creationId xmlns:a16="http://schemas.microsoft.com/office/drawing/2014/main" id="{731E08A5-BB5C-5DDF-9A5F-F57F2FFCCEE7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98" name="Oval 497">
              <a:extLst>
                <a:ext uri="{FF2B5EF4-FFF2-40B4-BE49-F238E27FC236}">
                  <a16:creationId xmlns:a16="http://schemas.microsoft.com/office/drawing/2014/main" id="{1CD15928-864C-710F-DB34-1E7FA35DB263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9" name="Oval 498">
              <a:extLst>
                <a:ext uri="{FF2B5EF4-FFF2-40B4-BE49-F238E27FC236}">
                  <a16:creationId xmlns:a16="http://schemas.microsoft.com/office/drawing/2014/main" id="{5569F74C-F9E4-2BB5-3AFA-EF7860E9BDA3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0" name="Oval 499">
              <a:extLst>
                <a:ext uri="{FF2B5EF4-FFF2-40B4-BE49-F238E27FC236}">
                  <a16:creationId xmlns:a16="http://schemas.microsoft.com/office/drawing/2014/main" id="{0F796BE8-A175-1E86-DE30-F14AA76007F4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1" name="Oval 500">
              <a:extLst>
                <a:ext uri="{FF2B5EF4-FFF2-40B4-BE49-F238E27FC236}">
                  <a16:creationId xmlns:a16="http://schemas.microsoft.com/office/drawing/2014/main" id="{6765224F-0F71-B5B7-E3DD-29FDBDF16B58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2" name="Oval 501">
              <a:extLst>
                <a:ext uri="{FF2B5EF4-FFF2-40B4-BE49-F238E27FC236}">
                  <a16:creationId xmlns:a16="http://schemas.microsoft.com/office/drawing/2014/main" id="{ED770003-71F6-97FC-C6E3-D328DC075C8E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3" name="Oval 502">
              <a:extLst>
                <a:ext uri="{FF2B5EF4-FFF2-40B4-BE49-F238E27FC236}">
                  <a16:creationId xmlns:a16="http://schemas.microsoft.com/office/drawing/2014/main" id="{C45FF1B7-5A2D-166C-FE61-302ABEC17F78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4" name="Oval 503">
              <a:extLst>
                <a:ext uri="{FF2B5EF4-FFF2-40B4-BE49-F238E27FC236}">
                  <a16:creationId xmlns:a16="http://schemas.microsoft.com/office/drawing/2014/main" id="{5FAFC70A-E8B8-1B54-E8E9-B9BD505B8981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5" name="Oval 504">
              <a:extLst>
                <a:ext uri="{FF2B5EF4-FFF2-40B4-BE49-F238E27FC236}">
                  <a16:creationId xmlns:a16="http://schemas.microsoft.com/office/drawing/2014/main" id="{ED09EEBA-749B-A638-1EB8-BEC17DA24C11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6" name="Oval 505">
              <a:extLst>
                <a:ext uri="{FF2B5EF4-FFF2-40B4-BE49-F238E27FC236}">
                  <a16:creationId xmlns:a16="http://schemas.microsoft.com/office/drawing/2014/main" id="{275893B6-E688-4588-656E-2E0ED4CF3D5B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7" name="Oval 506">
              <a:extLst>
                <a:ext uri="{FF2B5EF4-FFF2-40B4-BE49-F238E27FC236}">
                  <a16:creationId xmlns:a16="http://schemas.microsoft.com/office/drawing/2014/main" id="{03944823-E1ED-107A-5595-65254848266A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8" name="Oval 507">
              <a:extLst>
                <a:ext uri="{FF2B5EF4-FFF2-40B4-BE49-F238E27FC236}">
                  <a16:creationId xmlns:a16="http://schemas.microsoft.com/office/drawing/2014/main" id="{4F805159-2F99-A7A3-83C4-866274E751F3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319027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2D74E-EC10-C370-9B70-B631B5A1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B0FAF858-1938-46E3-8920-35D8C86B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93F52623-7287-6E7B-98E6-F190DCC2AFE1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EFEC01A2-2D27-7357-7F2E-20227A005977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C0A2C54D-C2B5-F6C7-24B6-B6C698634ADD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4CA30EC4-8166-880A-57C5-6C90C36C6236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B6A51CFB-AF64-E6DE-B377-5B7F6326B9DC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BFC4DEA7-CD61-837F-803F-7ED2EA347D69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D4FC6573-4556-10F2-E51A-E6CFB9691D4F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BB9B8A5D-7BA0-C46C-18D5-1DC7A8008663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4E42A350-2783-2DB9-92D2-6B5175BDC0AF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E5592334-96C6-EBCE-496D-68A6FFF59752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3A398A8B-6C79-4646-3CA7-709BB4BB07B7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DCA63F64-AAA3-0FDC-8CB5-A555A0740675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DCDB6A85-A8C6-AA68-7AC4-341265D30648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7C062C27-4F01-9D92-F276-DFF9DC0F1BC9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577A2455-21A6-2139-62E6-3672ED066738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23485B80-C7ED-670F-5913-A2441DA3391A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92217F2D-9BF1-0947-232C-AC110E29EEFF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4044AA1C-2DA9-7134-D474-63C113037751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DD89BA8A-989C-F8D0-B9A2-03A92F1CD50F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2516534F-1930-DDC2-579D-74435EDDAABC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BF965B86-F347-F440-0D05-AA827456B7D2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D5EB2F2E-A343-B292-83D8-AE5DDE50B467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DBFC1D46-5A90-E68B-F65F-0388E0FCFF56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8CD03D65-9564-3AE1-E082-C7A58B4FE344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AE6175A9-82B4-E113-868A-16A39A96885A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4CAE3144-F84A-2AF7-937C-299612A7687A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FE705C75-7BCE-A670-AD79-385842BFBF5F}"/>
              </a:ext>
            </a:extLst>
          </p:cNvPr>
          <p:cNvGrpSpPr/>
          <p:nvPr/>
        </p:nvGrpSpPr>
        <p:grpSpPr>
          <a:xfrm>
            <a:off x="6326996" y="2070016"/>
            <a:ext cx="807954" cy="782297"/>
            <a:chOff x="2761929" y="2110556"/>
            <a:chExt cx="807954" cy="782297"/>
          </a:xfrm>
        </p:grpSpPr>
        <p:sp>
          <p:nvSpPr>
            <p:cNvPr id="355" name="Oval 354">
              <a:extLst>
                <a:ext uri="{FF2B5EF4-FFF2-40B4-BE49-F238E27FC236}">
                  <a16:creationId xmlns:a16="http://schemas.microsoft.com/office/drawing/2014/main" id="{0BA26E9D-787B-1711-6B24-254201B4FA42}"/>
                </a:ext>
              </a:extLst>
            </p:cNvPr>
            <p:cNvSpPr/>
            <p:nvPr/>
          </p:nvSpPr>
          <p:spPr>
            <a:xfrm>
              <a:off x="2956660" y="2112362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6" name="Oval 355">
              <a:extLst>
                <a:ext uri="{FF2B5EF4-FFF2-40B4-BE49-F238E27FC236}">
                  <a16:creationId xmlns:a16="http://schemas.microsoft.com/office/drawing/2014/main" id="{B506C8E7-C6A7-7965-48DF-745F3C1112C3}"/>
                </a:ext>
              </a:extLst>
            </p:cNvPr>
            <p:cNvSpPr/>
            <p:nvPr/>
          </p:nvSpPr>
          <p:spPr>
            <a:xfrm>
              <a:off x="3151391" y="2112362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7" name="Oval 356">
              <a:extLst>
                <a:ext uri="{FF2B5EF4-FFF2-40B4-BE49-F238E27FC236}">
                  <a16:creationId xmlns:a16="http://schemas.microsoft.com/office/drawing/2014/main" id="{5E233965-E8EB-3C21-D87A-CC051CD289C1}"/>
                </a:ext>
              </a:extLst>
            </p:cNvPr>
            <p:cNvSpPr/>
            <p:nvPr/>
          </p:nvSpPr>
          <p:spPr>
            <a:xfrm>
              <a:off x="3346123" y="2112362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8" name="Oval 357">
              <a:extLst>
                <a:ext uri="{FF2B5EF4-FFF2-40B4-BE49-F238E27FC236}">
                  <a16:creationId xmlns:a16="http://schemas.microsoft.com/office/drawing/2014/main" id="{5560E426-FAC5-FD40-E0F1-26EB884E2BC0}"/>
                </a:ext>
              </a:extLst>
            </p:cNvPr>
            <p:cNvSpPr/>
            <p:nvPr/>
          </p:nvSpPr>
          <p:spPr>
            <a:xfrm>
              <a:off x="3540855" y="2112362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9" name="Oval 358">
              <a:extLst>
                <a:ext uri="{FF2B5EF4-FFF2-40B4-BE49-F238E27FC236}">
                  <a16:creationId xmlns:a16="http://schemas.microsoft.com/office/drawing/2014/main" id="{C573EDA1-118C-698A-0D80-470F74B9D505}"/>
                </a:ext>
              </a:extLst>
            </p:cNvPr>
            <p:cNvSpPr/>
            <p:nvPr/>
          </p:nvSpPr>
          <p:spPr>
            <a:xfrm>
              <a:off x="2761929" y="2300228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0" name="Oval 359">
              <a:extLst>
                <a:ext uri="{FF2B5EF4-FFF2-40B4-BE49-F238E27FC236}">
                  <a16:creationId xmlns:a16="http://schemas.microsoft.com/office/drawing/2014/main" id="{8EDA9F2A-1370-4811-499C-302592CF05DC}"/>
                </a:ext>
              </a:extLst>
            </p:cNvPr>
            <p:cNvSpPr/>
            <p:nvPr/>
          </p:nvSpPr>
          <p:spPr>
            <a:xfrm>
              <a:off x="2956660" y="2300228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976E2413-23C5-EF74-A630-1D7357FE970F}"/>
                </a:ext>
              </a:extLst>
            </p:cNvPr>
            <p:cNvSpPr/>
            <p:nvPr/>
          </p:nvSpPr>
          <p:spPr>
            <a:xfrm>
              <a:off x="3151391" y="2300228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CE4CBEC9-ACEA-D251-A6FB-825766BAB7D7}"/>
                </a:ext>
              </a:extLst>
            </p:cNvPr>
            <p:cNvSpPr/>
            <p:nvPr/>
          </p:nvSpPr>
          <p:spPr>
            <a:xfrm>
              <a:off x="3346123" y="2300228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E8F1E0E4-5B68-4BF2-500A-00D1C319B654}"/>
                </a:ext>
              </a:extLst>
            </p:cNvPr>
            <p:cNvSpPr/>
            <p:nvPr/>
          </p:nvSpPr>
          <p:spPr>
            <a:xfrm>
              <a:off x="3540855" y="2300228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A4647777-A98F-FC96-F209-DBA8B03F5412}"/>
                </a:ext>
              </a:extLst>
            </p:cNvPr>
            <p:cNvSpPr/>
            <p:nvPr/>
          </p:nvSpPr>
          <p:spPr>
            <a:xfrm>
              <a:off x="2761929" y="2488093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51286DA4-C1DC-345B-7567-D51A8BAFB3B8}"/>
                </a:ext>
              </a:extLst>
            </p:cNvPr>
            <p:cNvSpPr/>
            <p:nvPr/>
          </p:nvSpPr>
          <p:spPr>
            <a:xfrm>
              <a:off x="2956660" y="2488093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6" name="Oval 365">
              <a:extLst>
                <a:ext uri="{FF2B5EF4-FFF2-40B4-BE49-F238E27FC236}">
                  <a16:creationId xmlns:a16="http://schemas.microsoft.com/office/drawing/2014/main" id="{A26FBCB9-2BD7-FEF4-2203-0E79CA31D50D}"/>
                </a:ext>
              </a:extLst>
            </p:cNvPr>
            <p:cNvSpPr/>
            <p:nvPr/>
          </p:nvSpPr>
          <p:spPr>
            <a:xfrm>
              <a:off x="3151391" y="2488093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7" name="Oval 366">
              <a:extLst>
                <a:ext uri="{FF2B5EF4-FFF2-40B4-BE49-F238E27FC236}">
                  <a16:creationId xmlns:a16="http://schemas.microsoft.com/office/drawing/2014/main" id="{979A6388-F244-34DF-9D37-4445D8494003}"/>
                </a:ext>
              </a:extLst>
            </p:cNvPr>
            <p:cNvSpPr/>
            <p:nvPr/>
          </p:nvSpPr>
          <p:spPr>
            <a:xfrm>
              <a:off x="3540855" y="2488093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8" name="Oval 367">
              <a:extLst>
                <a:ext uri="{FF2B5EF4-FFF2-40B4-BE49-F238E27FC236}">
                  <a16:creationId xmlns:a16="http://schemas.microsoft.com/office/drawing/2014/main" id="{A35B4D50-827D-9C76-B543-4E9A7F2DF814}"/>
                </a:ext>
              </a:extLst>
            </p:cNvPr>
            <p:cNvSpPr/>
            <p:nvPr/>
          </p:nvSpPr>
          <p:spPr>
            <a:xfrm>
              <a:off x="2761929" y="2675960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9" name="Oval 368">
              <a:extLst>
                <a:ext uri="{FF2B5EF4-FFF2-40B4-BE49-F238E27FC236}">
                  <a16:creationId xmlns:a16="http://schemas.microsoft.com/office/drawing/2014/main" id="{4723C8E4-AFD8-3370-F883-FD75D2BC8C0A}"/>
                </a:ext>
              </a:extLst>
            </p:cNvPr>
            <p:cNvSpPr/>
            <p:nvPr/>
          </p:nvSpPr>
          <p:spPr>
            <a:xfrm>
              <a:off x="2956660" y="2675960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0" name="Oval 369">
              <a:extLst>
                <a:ext uri="{FF2B5EF4-FFF2-40B4-BE49-F238E27FC236}">
                  <a16:creationId xmlns:a16="http://schemas.microsoft.com/office/drawing/2014/main" id="{9007BEA4-2C5D-1726-A299-74537280DDDB}"/>
                </a:ext>
              </a:extLst>
            </p:cNvPr>
            <p:cNvSpPr/>
            <p:nvPr/>
          </p:nvSpPr>
          <p:spPr>
            <a:xfrm>
              <a:off x="3151391" y="2675960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1" name="Oval 370">
              <a:extLst>
                <a:ext uri="{FF2B5EF4-FFF2-40B4-BE49-F238E27FC236}">
                  <a16:creationId xmlns:a16="http://schemas.microsoft.com/office/drawing/2014/main" id="{0BA5549A-EB39-E459-5E63-EF318D531F1D}"/>
                </a:ext>
              </a:extLst>
            </p:cNvPr>
            <p:cNvSpPr/>
            <p:nvPr/>
          </p:nvSpPr>
          <p:spPr>
            <a:xfrm>
              <a:off x="3346123" y="2675960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2" name="Oval 371">
              <a:extLst>
                <a:ext uri="{FF2B5EF4-FFF2-40B4-BE49-F238E27FC236}">
                  <a16:creationId xmlns:a16="http://schemas.microsoft.com/office/drawing/2014/main" id="{735524EC-7D6A-6A87-6027-26B2071E39D2}"/>
                </a:ext>
              </a:extLst>
            </p:cNvPr>
            <p:cNvSpPr/>
            <p:nvPr/>
          </p:nvSpPr>
          <p:spPr>
            <a:xfrm>
              <a:off x="3540855" y="2675960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3" name="Oval 372">
              <a:extLst>
                <a:ext uri="{FF2B5EF4-FFF2-40B4-BE49-F238E27FC236}">
                  <a16:creationId xmlns:a16="http://schemas.microsoft.com/office/drawing/2014/main" id="{97CD9D73-83A1-3B9C-B23A-6F5568761E93}"/>
                </a:ext>
              </a:extLst>
            </p:cNvPr>
            <p:cNvSpPr/>
            <p:nvPr/>
          </p:nvSpPr>
          <p:spPr>
            <a:xfrm>
              <a:off x="2761929" y="2863825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4" name="Oval 373">
              <a:extLst>
                <a:ext uri="{FF2B5EF4-FFF2-40B4-BE49-F238E27FC236}">
                  <a16:creationId xmlns:a16="http://schemas.microsoft.com/office/drawing/2014/main" id="{07C907CE-0636-755C-66A3-7278878A0CBB}"/>
                </a:ext>
              </a:extLst>
            </p:cNvPr>
            <p:cNvSpPr/>
            <p:nvPr/>
          </p:nvSpPr>
          <p:spPr>
            <a:xfrm>
              <a:off x="2956660" y="2863825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5" name="Oval 374">
              <a:extLst>
                <a:ext uri="{FF2B5EF4-FFF2-40B4-BE49-F238E27FC236}">
                  <a16:creationId xmlns:a16="http://schemas.microsoft.com/office/drawing/2014/main" id="{C86A473A-D4C5-5A77-A49F-A26AA430C19D}"/>
                </a:ext>
              </a:extLst>
            </p:cNvPr>
            <p:cNvSpPr/>
            <p:nvPr/>
          </p:nvSpPr>
          <p:spPr>
            <a:xfrm>
              <a:off x="3151391" y="2863825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6" name="Oval 375">
              <a:extLst>
                <a:ext uri="{FF2B5EF4-FFF2-40B4-BE49-F238E27FC236}">
                  <a16:creationId xmlns:a16="http://schemas.microsoft.com/office/drawing/2014/main" id="{2EDCFAE4-7E0D-AC1C-3BFF-F1A3957EFBC5}"/>
                </a:ext>
              </a:extLst>
            </p:cNvPr>
            <p:cNvSpPr/>
            <p:nvPr/>
          </p:nvSpPr>
          <p:spPr>
            <a:xfrm>
              <a:off x="3346123" y="2863825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7" name="Oval 376">
              <a:extLst>
                <a:ext uri="{FF2B5EF4-FFF2-40B4-BE49-F238E27FC236}">
                  <a16:creationId xmlns:a16="http://schemas.microsoft.com/office/drawing/2014/main" id="{932A8E17-B1E0-3085-F230-DBF4FA666B5E}"/>
                </a:ext>
              </a:extLst>
            </p:cNvPr>
            <p:cNvSpPr/>
            <p:nvPr/>
          </p:nvSpPr>
          <p:spPr>
            <a:xfrm>
              <a:off x="3540855" y="2863825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8" name="Oval 377">
              <a:extLst>
                <a:ext uri="{FF2B5EF4-FFF2-40B4-BE49-F238E27FC236}">
                  <a16:creationId xmlns:a16="http://schemas.microsoft.com/office/drawing/2014/main" id="{9821706E-B274-F894-135A-1FEB364C0DCA}"/>
                </a:ext>
              </a:extLst>
            </p:cNvPr>
            <p:cNvSpPr/>
            <p:nvPr/>
          </p:nvSpPr>
          <p:spPr>
            <a:xfrm>
              <a:off x="2767171" y="2110556"/>
              <a:ext cx="29028" cy="29028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2D2CEAE1-3F31-1425-A5D1-370CFA5925C0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0" name="Rounded Rectangle 379">
            <a:extLst>
              <a:ext uri="{FF2B5EF4-FFF2-40B4-BE49-F238E27FC236}">
                <a16:creationId xmlns:a16="http://schemas.microsoft.com/office/drawing/2014/main" id="{3C9B9BA3-D325-8B84-585B-FCFAA0866C4B}"/>
              </a:ext>
            </a:extLst>
          </p:cNvPr>
          <p:cNvSpPr/>
          <p:nvPr/>
        </p:nvSpPr>
        <p:spPr>
          <a:xfrm>
            <a:off x="6230538" y="1971189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C1E56D0C-7E43-580E-941B-08571053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82" name="Rounded Rectangle 381">
            <a:extLst>
              <a:ext uri="{FF2B5EF4-FFF2-40B4-BE49-F238E27FC236}">
                <a16:creationId xmlns:a16="http://schemas.microsoft.com/office/drawing/2014/main" id="{DF90E91D-9E04-2FE1-70FC-6F53E742F46E}"/>
              </a:ext>
            </a:extLst>
          </p:cNvPr>
          <p:cNvSpPr/>
          <p:nvPr/>
        </p:nvSpPr>
        <p:spPr>
          <a:xfrm>
            <a:off x="6790599" y="2329785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3" name="Picture 382" descr="A black text with a white background&#10;&#10;AI-generated content may be incorrect.">
            <a:extLst>
              <a:ext uri="{FF2B5EF4-FFF2-40B4-BE49-F238E27FC236}">
                <a16:creationId xmlns:a16="http://schemas.microsoft.com/office/drawing/2014/main" id="{697502E1-6D3E-3920-7E2C-12B6A1B442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663" y="3033212"/>
            <a:ext cx="781975" cy="429788"/>
          </a:xfrm>
          <a:prstGeom prst="rect">
            <a:avLst/>
          </a:prstGeom>
        </p:spPr>
      </p:pic>
      <p:cxnSp>
        <p:nvCxnSpPr>
          <p:cNvPr id="384" name="Straight Arrow Connector 383">
            <a:extLst>
              <a:ext uri="{FF2B5EF4-FFF2-40B4-BE49-F238E27FC236}">
                <a16:creationId xmlns:a16="http://schemas.microsoft.com/office/drawing/2014/main" id="{37E16992-A6D1-CB10-163B-080CFE0932F8}"/>
              </a:ext>
            </a:extLst>
          </p:cNvPr>
          <p:cNvCxnSpPr>
            <a:cxnSpLocks/>
          </p:cNvCxnSpPr>
          <p:nvPr/>
        </p:nvCxnSpPr>
        <p:spPr>
          <a:xfrm flipH="1">
            <a:off x="5001826" y="2706501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528269CC-439E-638F-1000-6EFECAF01EA8}"/>
              </a:ext>
            </a:extLst>
          </p:cNvPr>
          <p:cNvCxnSpPr>
            <a:cxnSpLocks/>
          </p:cNvCxnSpPr>
          <p:nvPr/>
        </p:nvCxnSpPr>
        <p:spPr>
          <a:xfrm flipH="1">
            <a:off x="2734876" y="2737806"/>
            <a:ext cx="949165" cy="0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7" name="Rounded Rectangle 386">
            <a:extLst>
              <a:ext uri="{FF2B5EF4-FFF2-40B4-BE49-F238E27FC236}">
                <a16:creationId xmlns:a16="http://schemas.microsoft.com/office/drawing/2014/main" id="{4DCFD304-0957-D598-7AC3-6D1F0606D72A}"/>
              </a:ext>
            </a:extLst>
          </p:cNvPr>
          <p:cNvSpPr/>
          <p:nvPr/>
        </p:nvSpPr>
        <p:spPr>
          <a:xfrm>
            <a:off x="3857516" y="2073090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8" name="Rounded Rectangle 387">
            <a:extLst>
              <a:ext uri="{FF2B5EF4-FFF2-40B4-BE49-F238E27FC236}">
                <a16:creationId xmlns:a16="http://schemas.microsoft.com/office/drawing/2014/main" id="{8AC18C7E-FC35-BAF0-EF2B-ECD179DA0137}"/>
              </a:ext>
            </a:extLst>
          </p:cNvPr>
          <p:cNvSpPr/>
          <p:nvPr/>
        </p:nvSpPr>
        <p:spPr>
          <a:xfrm>
            <a:off x="4436321" y="2415054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9" name="Group 388">
            <a:extLst>
              <a:ext uri="{FF2B5EF4-FFF2-40B4-BE49-F238E27FC236}">
                <a16:creationId xmlns:a16="http://schemas.microsoft.com/office/drawing/2014/main" id="{9F9024C5-2C84-2D5A-3929-20D582EEB1C3}"/>
              </a:ext>
            </a:extLst>
          </p:cNvPr>
          <p:cNvGrpSpPr/>
          <p:nvPr/>
        </p:nvGrpSpPr>
        <p:grpSpPr>
          <a:xfrm>
            <a:off x="3970948" y="2154589"/>
            <a:ext cx="807954" cy="780492"/>
            <a:chOff x="937408" y="4506810"/>
            <a:chExt cx="769396" cy="743244"/>
          </a:xfrm>
        </p:grpSpPr>
        <p:sp>
          <p:nvSpPr>
            <p:cNvPr id="390" name="Oval 389">
              <a:extLst>
                <a:ext uri="{FF2B5EF4-FFF2-40B4-BE49-F238E27FC236}">
                  <a16:creationId xmlns:a16="http://schemas.microsoft.com/office/drawing/2014/main" id="{527071BF-F618-AE4C-98D4-5850E59F5269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1" name="Oval 390">
              <a:extLst>
                <a:ext uri="{FF2B5EF4-FFF2-40B4-BE49-F238E27FC236}">
                  <a16:creationId xmlns:a16="http://schemas.microsoft.com/office/drawing/2014/main" id="{4E6387A1-039B-8162-9C05-C9953987CA4F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2" name="Oval 391">
              <a:extLst>
                <a:ext uri="{FF2B5EF4-FFF2-40B4-BE49-F238E27FC236}">
                  <a16:creationId xmlns:a16="http://schemas.microsoft.com/office/drawing/2014/main" id="{62CCD369-025E-9D88-6818-9A3AFD63FE8D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3" name="Oval 392">
              <a:extLst>
                <a:ext uri="{FF2B5EF4-FFF2-40B4-BE49-F238E27FC236}">
                  <a16:creationId xmlns:a16="http://schemas.microsoft.com/office/drawing/2014/main" id="{D1FDC691-88B7-D13C-9A3B-DF7655F32694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4" name="Oval 393">
              <a:extLst>
                <a:ext uri="{FF2B5EF4-FFF2-40B4-BE49-F238E27FC236}">
                  <a16:creationId xmlns:a16="http://schemas.microsoft.com/office/drawing/2014/main" id="{D165BD21-2201-D190-10DC-20C21C050AD5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5" name="Oval 394">
              <a:extLst>
                <a:ext uri="{FF2B5EF4-FFF2-40B4-BE49-F238E27FC236}">
                  <a16:creationId xmlns:a16="http://schemas.microsoft.com/office/drawing/2014/main" id="{7FFE71B0-342B-FDFF-980C-0ED218A2A576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6" name="Oval 395">
              <a:extLst>
                <a:ext uri="{FF2B5EF4-FFF2-40B4-BE49-F238E27FC236}">
                  <a16:creationId xmlns:a16="http://schemas.microsoft.com/office/drawing/2014/main" id="{E345CB02-715E-C109-BFC3-7503B8A33E36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7" name="Oval 396">
              <a:extLst>
                <a:ext uri="{FF2B5EF4-FFF2-40B4-BE49-F238E27FC236}">
                  <a16:creationId xmlns:a16="http://schemas.microsoft.com/office/drawing/2014/main" id="{922B7937-7159-8909-F2F7-840A899BD139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8" name="Oval 397">
              <a:extLst>
                <a:ext uri="{FF2B5EF4-FFF2-40B4-BE49-F238E27FC236}">
                  <a16:creationId xmlns:a16="http://schemas.microsoft.com/office/drawing/2014/main" id="{67E935ED-1CEA-AC05-47F5-5A96A5C06856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9" name="Oval 398">
              <a:extLst>
                <a:ext uri="{FF2B5EF4-FFF2-40B4-BE49-F238E27FC236}">
                  <a16:creationId xmlns:a16="http://schemas.microsoft.com/office/drawing/2014/main" id="{F569AB67-481E-2E92-0906-D0DDFD627F8E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0" name="Oval 399">
              <a:extLst>
                <a:ext uri="{FF2B5EF4-FFF2-40B4-BE49-F238E27FC236}">
                  <a16:creationId xmlns:a16="http://schemas.microsoft.com/office/drawing/2014/main" id="{1CB38057-9285-9D68-3C77-3E6D3C49DF1A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9A49F675-0204-95DA-AC57-41E09118D368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6EC5DDCB-B8BF-5FA4-979A-82139E8DD815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0CFC3011-2476-0431-808E-7A4180732CA9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0E375051-C0AF-ED23-A210-DCBDE7C6B8B2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B95345CA-F7AF-72B6-AAEC-F3AA14451B26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6" name="Oval 405">
              <a:extLst>
                <a:ext uri="{FF2B5EF4-FFF2-40B4-BE49-F238E27FC236}">
                  <a16:creationId xmlns:a16="http://schemas.microsoft.com/office/drawing/2014/main" id="{CBD790C1-679D-D92D-4695-2E0465E68661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7" name="Oval 406">
              <a:extLst>
                <a:ext uri="{FF2B5EF4-FFF2-40B4-BE49-F238E27FC236}">
                  <a16:creationId xmlns:a16="http://schemas.microsoft.com/office/drawing/2014/main" id="{D21CB909-CD15-A8AA-E4E3-F32284FE00B0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8" name="Oval 407">
              <a:extLst>
                <a:ext uri="{FF2B5EF4-FFF2-40B4-BE49-F238E27FC236}">
                  <a16:creationId xmlns:a16="http://schemas.microsoft.com/office/drawing/2014/main" id="{050CE6B9-DEFF-556C-8BB7-C22FBB1C97A6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B0FDB205-A1CF-CBB1-86C9-CF1E28F39A4A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0" name="Oval 409">
              <a:extLst>
                <a:ext uri="{FF2B5EF4-FFF2-40B4-BE49-F238E27FC236}">
                  <a16:creationId xmlns:a16="http://schemas.microsoft.com/office/drawing/2014/main" id="{31937697-4074-F1E5-20E4-61770273CD86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1" name="Oval 410">
              <a:extLst>
                <a:ext uri="{FF2B5EF4-FFF2-40B4-BE49-F238E27FC236}">
                  <a16:creationId xmlns:a16="http://schemas.microsoft.com/office/drawing/2014/main" id="{81868001-5365-7F5A-6AD2-856E75D9E7F5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2" name="Oval 411">
              <a:extLst>
                <a:ext uri="{FF2B5EF4-FFF2-40B4-BE49-F238E27FC236}">
                  <a16:creationId xmlns:a16="http://schemas.microsoft.com/office/drawing/2014/main" id="{ED461584-5DC0-D3D6-82FD-41F428DF3B73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3" name="Oval 412">
              <a:extLst>
                <a:ext uri="{FF2B5EF4-FFF2-40B4-BE49-F238E27FC236}">
                  <a16:creationId xmlns:a16="http://schemas.microsoft.com/office/drawing/2014/main" id="{F75AD441-7B8C-FB06-2F3B-6499B71596EC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4" name="Oval 413">
              <a:extLst>
                <a:ext uri="{FF2B5EF4-FFF2-40B4-BE49-F238E27FC236}">
                  <a16:creationId xmlns:a16="http://schemas.microsoft.com/office/drawing/2014/main" id="{061AB0E5-F647-2C4D-FBBF-6697309AA2C2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15" name="Rounded Rectangle 414">
            <a:extLst>
              <a:ext uri="{FF2B5EF4-FFF2-40B4-BE49-F238E27FC236}">
                <a16:creationId xmlns:a16="http://schemas.microsoft.com/office/drawing/2014/main" id="{92EEE311-2ACA-CEE8-DE48-407CC7AEE886}"/>
              </a:ext>
            </a:extLst>
          </p:cNvPr>
          <p:cNvSpPr/>
          <p:nvPr/>
        </p:nvSpPr>
        <p:spPr>
          <a:xfrm>
            <a:off x="4120664" y="2668220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6" name="Rounded Rectangle 415">
            <a:extLst>
              <a:ext uri="{FF2B5EF4-FFF2-40B4-BE49-F238E27FC236}">
                <a16:creationId xmlns:a16="http://schemas.microsoft.com/office/drawing/2014/main" id="{EAA92324-A61D-F662-C0C6-2653CE08EA5B}"/>
              </a:ext>
            </a:extLst>
          </p:cNvPr>
          <p:cNvSpPr/>
          <p:nvPr/>
        </p:nvSpPr>
        <p:spPr>
          <a:xfrm>
            <a:off x="4120417" y="229498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7" name="Rounded Rectangle 416">
            <a:extLst>
              <a:ext uri="{FF2B5EF4-FFF2-40B4-BE49-F238E27FC236}">
                <a16:creationId xmlns:a16="http://schemas.microsoft.com/office/drawing/2014/main" id="{C569875D-629D-0976-AA34-FBD58C3EA72B}"/>
              </a:ext>
            </a:extLst>
          </p:cNvPr>
          <p:cNvSpPr/>
          <p:nvPr/>
        </p:nvSpPr>
        <p:spPr>
          <a:xfrm>
            <a:off x="4509874" y="2481168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8" name="Rounded Rectangle 417">
            <a:extLst>
              <a:ext uri="{FF2B5EF4-FFF2-40B4-BE49-F238E27FC236}">
                <a16:creationId xmlns:a16="http://schemas.microsoft.com/office/drawing/2014/main" id="{17004693-8DDE-44EE-C6D8-034FC29CCD4D}"/>
              </a:ext>
            </a:extLst>
          </p:cNvPr>
          <p:cNvSpPr/>
          <p:nvPr/>
        </p:nvSpPr>
        <p:spPr>
          <a:xfrm>
            <a:off x="4503858" y="2857553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02F8A6D-1FED-AF75-8D7E-855867691570}"/>
              </a:ext>
            </a:extLst>
          </p:cNvPr>
          <p:cNvSpPr/>
          <p:nvPr/>
        </p:nvSpPr>
        <p:spPr>
          <a:xfrm>
            <a:off x="4057752" y="3575985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13D10DB-0B06-657C-2454-15B489284C25}"/>
              </a:ext>
            </a:extLst>
          </p:cNvPr>
          <p:cNvSpPr/>
          <p:nvPr/>
        </p:nvSpPr>
        <p:spPr>
          <a:xfrm>
            <a:off x="4629706" y="3909677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5FE6957-8605-70F8-C7B5-518D2FC965C3}"/>
              </a:ext>
            </a:extLst>
          </p:cNvPr>
          <p:cNvSpPr/>
          <p:nvPr/>
        </p:nvSpPr>
        <p:spPr>
          <a:xfrm>
            <a:off x="4232059" y="3714946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24E8819-5997-6D97-0FA5-2EC30F284ACA}"/>
              </a:ext>
            </a:extLst>
          </p:cNvPr>
          <p:cNvGrpSpPr/>
          <p:nvPr/>
        </p:nvGrpSpPr>
        <p:grpSpPr>
          <a:xfrm>
            <a:off x="4162007" y="3649809"/>
            <a:ext cx="807954" cy="780492"/>
            <a:chOff x="937408" y="4506810"/>
            <a:chExt cx="769396" cy="7432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F73ADE14-F6CE-59D1-DCD7-FBA431A64F25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130A816-F143-D69F-1DDD-814DF363E05D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54FA07FB-B2BB-2241-A6FF-B968B21FFBA9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50371F2-6621-5BB3-5796-833AD307E7C0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2D6F7FD-8284-79B2-34AD-6384D1302958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FAF60CF7-E958-1F38-5AD2-B76B869D34EA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34B10A9-66C7-93AC-32B4-0A7965E7C8F4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897D048-6922-72BA-30FC-21CB4A5D4D1A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F35FE3AA-E234-34A8-176D-6AAC6AFA13A1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035EF9-97DF-8B1D-AD3C-B6637467F5FD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3F7E22C-01D0-EF7A-15D7-C4656D1444A1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8CE2EC47-C67D-46AE-D5E9-4CC33B5582A9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34714651-F0BB-829E-A81B-CDC3A36315F7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018BAA91-CC4D-F03D-1D31-AFDA9FA3C3A9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4E71E286-5612-7A7F-72F3-DBC4630D3E08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1DB05020-3927-0175-2A2E-2057762EA40E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53718600-3A8A-213E-4350-C7E4DC0ABEF3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2B14CBEF-7DFA-9BDF-3EE8-E0F943993CF8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4AEDE93-9FDF-FF4C-3E12-7D41E37DD134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3B0E2562-8309-45B2-AEBC-E5C56E6A1137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FA9CF88-414B-EA64-8DE2-9F744289AB5F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9290436-F45D-C7DC-2DBA-9ADCE8BE9551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C085CE22-9B82-B0A7-7C2E-0BF25385203A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83B8B68-E613-4F76-D464-503970D7B725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A39BB49-4637-92E3-916F-986DA101F8CC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D414A712-38DA-E612-BE20-DEFD6303C5FA}"/>
              </a:ext>
            </a:extLst>
          </p:cNvPr>
          <p:cNvSpPr/>
          <p:nvPr/>
        </p:nvSpPr>
        <p:spPr>
          <a:xfrm>
            <a:off x="4307426" y="378683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CDE81D8A-3263-1A6E-B66C-0456529BAD56}"/>
              </a:ext>
            </a:extLst>
          </p:cNvPr>
          <p:cNvSpPr/>
          <p:nvPr/>
        </p:nvSpPr>
        <p:spPr>
          <a:xfrm>
            <a:off x="4109907" y="416342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Freeform 158">
            <a:extLst>
              <a:ext uri="{FF2B5EF4-FFF2-40B4-BE49-F238E27FC236}">
                <a16:creationId xmlns:a16="http://schemas.microsoft.com/office/drawing/2014/main" id="{CE6BB47A-8A2A-0FF1-B240-0D214B178C9F}"/>
              </a:ext>
            </a:extLst>
          </p:cNvPr>
          <p:cNvSpPr/>
          <p:nvPr/>
        </p:nvSpPr>
        <p:spPr>
          <a:xfrm>
            <a:off x="5082139" y="2800952"/>
            <a:ext cx="3716209" cy="1164656"/>
          </a:xfrm>
          <a:custGeom>
            <a:avLst/>
            <a:gdLst>
              <a:gd name="connsiteX0" fmla="*/ 0 w 3716209"/>
              <a:gd name="connsiteY0" fmla="*/ 1164656 h 1164656"/>
              <a:gd name="connsiteX1" fmla="*/ 3599848 w 3716209"/>
              <a:gd name="connsiteY1" fmla="*/ 721894 h 1164656"/>
              <a:gd name="connsiteX2" fmla="*/ 2483318 w 3716209"/>
              <a:gd name="connsiteY2" fmla="*/ 0 h 1164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6209" h="1164656">
                <a:moveTo>
                  <a:pt x="0" y="1164656"/>
                </a:moveTo>
                <a:cubicBezTo>
                  <a:pt x="1592981" y="1040329"/>
                  <a:pt x="3185962" y="916003"/>
                  <a:pt x="3599848" y="721894"/>
                </a:cubicBezTo>
                <a:cubicBezTo>
                  <a:pt x="4013734" y="527785"/>
                  <a:pt x="3248526" y="263892"/>
                  <a:pt x="2483318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Freeform 159">
            <a:extLst>
              <a:ext uri="{FF2B5EF4-FFF2-40B4-BE49-F238E27FC236}">
                <a16:creationId xmlns:a16="http://schemas.microsoft.com/office/drawing/2014/main" id="{3E141435-C25C-3132-279B-193D31323880}"/>
              </a:ext>
            </a:extLst>
          </p:cNvPr>
          <p:cNvSpPr/>
          <p:nvPr/>
        </p:nvSpPr>
        <p:spPr>
          <a:xfrm>
            <a:off x="334074" y="4020742"/>
            <a:ext cx="6316983" cy="1359780"/>
          </a:xfrm>
          <a:custGeom>
            <a:avLst/>
            <a:gdLst>
              <a:gd name="connsiteX0" fmla="*/ 6316983 w 6316983"/>
              <a:gd name="connsiteY0" fmla="*/ 1222408 h 1222408"/>
              <a:gd name="connsiteX1" fmla="*/ 60562 w 6316983"/>
              <a:gd name="connsiteY1" fmla="*/ 529389 h 1222408"/>
              <a:gd name="connsiteX2" fmla="*/ 3679661 w 6316983"/>
              <a:gd name="connsiteY2" fmla="*/ 0 h 122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6983" h="1222408">
                <a:moveTo>
                  <a:pt x="6316983" y="1222408"/>
                </a:moveTo>
                <a:cubicBezTo>
                  <a:pt x="3408549" y="977766"/>
                  <a:pt x="500116" y="733124"/>
                  <a:pt x="60562" y="529389"/>
                </a:cubicBezTo>
                <a:cubicBezTo>
                  <a:pt x="-378992" y="325654"/>
                  <a:pt x="1650334" y="162827"/>
                  <a:pt x="3679661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1" name="Rectangle 160">
            <a:extLst>
              <a:ext uri="{FF2B5EF4-FFF2-40B4-BE49-F238E27FC236}">
                <a16:creationId xmlns:a16="http://schemas.microsoft.com/office/drawing/2014/main" id="{5ADE5030-B3CD-1FF6-3403-B955AE22B23C}"/>
              </a:ext>
            </a:extLst>
          </p:cNvPr>
          <p:cNvSpPr/>
          <p:nvPr/>
        </p:nvSpPr>
        <p:spPr>
          <a:xfrm>
            <a:off x="1606891" y="4410375"/>
            <a:ext cx="1155560" cy="147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2" name="Picture 161" descr="A black and white text&#10;&#10;AI-generated content may be incorrect.">
            <a:extLst>
              <a:ext uri="{FF2B5EF4-FFF2-40B4-BE49-F238E27FC236}">
                <a16:creationId xmlns:a16="http://schemas.microsoft.com/office/drawing/2014/main" id="{C3F464CF-3655-CB3B-16C1-8701278467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923" y="5486805"/>
            <a:ext cx="740477" cy="328772"/>
          </a:xfrm>
          <a:prstGeom prst="rect">
            <a:avLst/>
          </a:prstGeom>
        </p:spPr>
      </p:pic>
      <p:sp>
        <p:nvSpPr>
          <p:cNvPr id="163" name="Rounded Rectangle 162">
            <a:extLst>
              <a:ext uri="{FF2B5EF4-FFF2-40B4-BE49-F238E27FC236}">
                <a16:creationId xmlns:a16="http://schemas.microsoft.com/office/drawing/2014/main" id="{D9BA9645-BDDC-5E88-2C9E-64614964D5B4}"/>
              </a:ext>
            </a:extLst>
          </p:cNvPr>
          <p:cNvSpPr/>
          <p:nvPr/>
        </p:nvSpPr>
        <p:spPr>
          <a:xfrm>
            <a:off x="1606891" y="446582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4" name="Rounded Rectangle 163">
            <a:extLst>
              <a:ext uri="{FF2B5EF4-FFF2-40B4-BE49-F238E27FC236}">
                <a16:creationId xmlns:a16="http://schemas.microsoft.com/office/drawing/2014/main" id="{3A5BAA2E-E05F-8C63-5EEF-A603C12FD938}"/>
              </a:ext>
            </a:extLst>
          </p:cNvPr>
          <p:cNvSpPr/>
          <p:nvPr/>
        </p:nvSpPr>
        <p:spPr>
          <a:xfrm>
            <a:off x="2169220" y="4799519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5" name="Rounded Rectangle 164">
            <a:extLst>
              <a:ext uri="{FF2B5EF4-FFF2-40B4-BE49-F238E27FC236}">
                <a16:creationId xmlns:a16="http://schemas.microsoft.com/office/drawing/2014/main" id="{E1EF12FC-6E5D-26E0-184C-98C5B8E101D2}"/>
              </a:ext>
            </a:extLst>
          </p:cNvPr>
          <p:cNvSpPr/>
          <p:nvPr/>
        </p:nvSpPr>
        <p:spPr>
          <a:xfrm>
            <a:off x="1781198" y="4604788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6B333BE3-E07D-5BEE-8961-8AD7DF0931C0}"/>
              </a:ext>
            </a:extLst>
          </p:cNvPr>
          <p:cNvGrpSpPr/>
          <p:nvPr/>
        </p:nvGrpSpPr>
        <p:grpSpPr>
          <a:xfrm>
            <a:off x="1703347" y="4549616"/>
            <a:ext cx="807954" cy="780492"/>
            <a:chOff x="937408" y="4506810"/>
            <a:chExt cx="769396" cy="743244"/>
          </a:xfrm>
        </p:grpSpPr>
        <p:sp>
          <p:nvSpPr>
            <p:cNvPr id="169" name="Oval 168">
              <a:extLst>
                <a:ext uri="{FF2B5EF4-FFF2-40B4-BE49-F238E27FC236}">
                  <a16:creationId xmlns:a16="http://schemas.microsoft.com/office/drawing/2014/main" id="{528A4133-0635-E8BC-2F7D-119CBF9D22DA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AC9D65C5-8B7D-A157-A8EB-4B40C09248D6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8E4D5EB0-3F3F-759F-7192-A47FB9C13267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2EC6B261-F809-29F8-859F-74F03FAA0C66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9CD305A-CC8B-0935-A6A3-19A4311E6945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6" name="Oval 175">
              <a:extLst>
                <a:ext uri="{FF2B5EF4-FFF2-40B4-BE49-F238E27FC236}">
                  <a16:creationId xmlns:a16="http://schemas.microsoft.com/office/drawing/2014/main" id="{ACDF0092-A5B6-7282-9DDD-1E117FB9DBAE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6E1B799E-9D8A-654F-B3D5-0A3726517146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8BDD63DE-8A44-C189-59BA-187648D4D3ED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9" name="Oval 178">
              <a:extLst>
                <a:ext uri="{FF2B5EF4-FFF2-40B4-BE49-F238E27FC236}">
                  <a16:creationId xmlns:a16="http://schemas.microsoft.com/office/drawing/2014/main" id="{4A0BB130-3EDA-EEA8-F155-38831ED45B36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0" name="Oval 179">
              <a:extLst>
                <a:ext uri="{FF2B5EF4-FFF2-40B4-BE49-F238E27FC236}">
                  <a16:creationId xmlns:a16="http://schemas.microsoft.com/office/drawing/2014/main" id="{95CD4F3B-8AEE-C473-B9CD-E749A80AD3E4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71BCF28F-B3DA-A0DA-4E37-953243458CCB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2" name="Oval 181">
              <a:extLst>
                <a:ext uri="{FF2B5EF4-FFF2-40B4-BE49-F238E27FC236}">
                  <a16:creationId xmlns:a16="http://schemas.microsoft.com/office/drawing/2014/main" id="{3F2DC89A-AF99-1328-4BFE-2187397CC595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3" name="Oval 182">
              <a:extLst>
                <a:ext uri="{FF2B5EF4-FFF2-40B4-BE49-F238E27FC236}">
                  <a16:creationId xmlns:a16="http://schemas.microsoft.com/office/drawing/2014/main" id="{5CEC591D-8004-3767-BECD-B261AA387EEE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B8B8BEF8-49C7-ED96-5047-3D2B4458E25F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Oval 184">
              <a:extLst>
                <a:ext uri="{FF2B5EF4-FFF2-40B4-BE49-F238E27FC236}">
                  <a16:creationId xmlns:a16="http://schemas.microsoft.com/office/drawing/2014/main" id="{9C8363D1-1924-3969-0E09-386608DA905F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6" name="Oval 185">
              <a:extLst>
                <a:ext uri="{FF2B5EF4-FFF2-40B4-BE49-F238E27FC236}">
                  <a16:creationId xmlns:a16="http://schemas.microsoft.com/office/drawing/2014/main" id="{9E0D0F28-AA62-604D-AF8C-06FB858225BB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321E3313-BDB6-940A-55B6-5241B929B7C1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89E86C42-6047-5FAF-F513-7BF3A81FE9B9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1E6DD93F-7DCA-3878-ABEB-22BEC1E61828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82B65A45-CA6F-BD07-EBE7-290D2A6EA57B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D2BD308-987D-FB8A-9C31-2771D9B164CD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EF8A2016-90C7-5B8F-8BE6-143B773B1C0E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3A2CD602-274E-62BB-D65E-C6B2ED181735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DE115819-F3EB-6FCE-309F-D07806B6A34A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5B1B9008-21EB-916F-A328-92FD4CCA51DD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96" name="Rectangle 195">
            <a:extLst>
              <a:ext uri="{FF2B5EF4-FFF2-40B4-BE49-F238E27FC236}">
                <a16:creationId xmlns:a16="http://schemas.microsoft.com/office/drawing/2014/main" id="{862902FA-5559-12E1-2785-7AA0BA02EBC5}"/>
              </a:ext>
            </a:extLst>
          </p:cNvPr>
          <p:cNvSpPr/>
          <p:nvPr/>
        </p:nvSpPr>
        <p:spPr>
          <a:xfrm>
            <a:off x="2762451" y="4867090"/>
            <a:ext cx="4600351" cy="8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7" name="Picture 196" descr="A black and white symbol&#10;&#10;AI-generated content may be incorrect.">
            <a:extLst>
              <a:ext uri="{FF2B5EF4-FFF2-40B4-BE49-F238E27FC236}">
                <a16:creationId xmlns:a16="http://schemas.microsoft.com/office/drawing/2014/main" id="{BEB83A42-850F-6DFA-98F1-894B60DD2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7752" y="3258217"/>
            <a:ext cx="1100202" cy="270700"/>
          </a:xfrm>
          <a:prstGeom prst="rect">
            <a:avLst/>
          </a:prstGeom>
        </p:spPr>
      </p:pic>
      <p:pic>
        <p:nvPicPr>
          <p:cNvPr id="198" name="Picture 197">
            <a:extLst>
              <a:ext uri="{FF2B5EF4-FFF2-40B4-BE49-F238E27FC236}">
                <a16:creationId xmlns:a16="http://schemas.microsoft.com/office/drawing/2014/main" id="{DA4A81E2-F3F0-0519-CDDA-61773D3DC1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760" y="1730589"/>
            <a:ext cx="885499" cy="277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1402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62AA-324E-E13E-E5A6-5CB207E55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C151F9D9-C7FE-4074-FB37-40D0DDDF8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3357000B-D6F8-7478-AB33-890EFEC1BF4A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BF9DBC4E-41B1-4722-9CAB-27C301FD47CF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77496B0D-D9B8-CC15-F62D-0036F4DB95FC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B6CE9C86-CE46-4AD3-1710-6A0CB28AAC6E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A1D8D552-0716-971D-FABE-7EAC2770096F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2E2B6566-CCEF-BB04-FD08-67CCD31ADF49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5FFF8896-DC9A-09DE-54B3-1B79D61A8BBE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CAD9BB4-5FFB-3AE6-2A35-9714F6C1E946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92C71BE4-CAA0-2268-881B-A4D36D3F885E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225532A4-D1C6-7206-2361-9EE1BF83D144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AACBBFAD-EFB8-9DB8-DBD5-E04A17529FE4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5CB79DA2-1402-9017-C3C6-78847D378A4E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4CDE3768-349D-1BDA-4F1A-10250B73417C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AC87D70C-FFE2-C19F-A08F-8C281E12BF97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35B7F24D-E6FE-AFC3-FA7E-6EF5E46E7D69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B5D97E24-BF78-1D98-42D8-E6A7E54DDAC9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A07E9B99-5934-5E65-6CEB-8839079A8494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793EFA70-5730-1C91-56E1-85BEE6D6F28C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118A0FEA-BB30-03D3-35FD-4DC3DA7A64C4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96080CD5-13A9-A4E6-609C-27958AA5DAB5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99F42614-6981-1453-0589-62A977748009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D8FB7EEF-3B23-69E6-1B91-46954FC838AC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B7A4CC37-180A-F10D-7F29-C5812D323D3A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3979C7DE-B5C4-389C-DE6A-520DB8832F78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7CBA43EE-2700-D93F-C87F-DE69BA6EBE43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12CFB5DC-D0B5-C8B5-3D41-B2D5BC8047F7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6EE712A5-2008-82BA-F8F1-8F3C929F765E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0FC4E049-C748-9BB3-1D0E-2D771EFF5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01A783A-62F2-CEB6-3705-CD23910D6B6D}"/>
              </a:ext>
            </a:extLst>
          </p:cNvPr>
          <p:cNvSpPr/>
          <p:nvPr/>
        </p:nvSpPr>
        <p:spPr>
          <a:xfrm>
            <a:off x="4057752" y="3575985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5BED1DF-733F-7CD5-9853-15012E995A70}"/>
              </a:ext>
            </a:extLst>
          </p:cNvPr>
          <p:cNvSpPr/>
          <p:nvPr/>
        </p:nvSpPr>
        <p:spPr>
          <a:xfrm>
            <a:off x="4629706" y="3909677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FF224C06-EFDD-7711-23EF-8BF6033447D3}"/>
              </a:ext>
            </a:extLst>
          </p:cNvPr>
          <p:cNvSpPr/>
          <p:nvPr/>
        </p:nvSpPr>
        <p:spPr>
          <a:xfrm>
            <a:off x="4308704" y="4166836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E9671930-C91D-803A-E319-6E42F72C70E2}"/>
              </a:ext>
            </a:extLst>
          </p:cNvPr>
          <p:cNvSpPr/>
          <p:nvPr/>
        </p:nvSpPr>
        <p:spPr>
          <a:xfrm>
            <a:off x="4232059" y="3714946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BA304ABB-F590-B3B3-7756-F32A3814E330}"/>
              </a:ext>
            </a:extLst>
          </p:cNvPr>
          <p:cNvGrpSpPr/>
          <p:nvPr/>
        </p:nvGrpSpPr>
        <p:grpSpPr>
          <a:xfrm>
            <a:off x="4162007" y="3649809"/>
            <a:ext cx="807954" cy="780492"/>
            <a:chOff x="937408" y="4506810"/>
            <a:chExt cx="769396" cy="7432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E12795D0-CD11-C9BA-7BC7-70C932715E93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0AE4FB28-EDB6-CB3E-E43C-BCC2CC6AB392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C29B13A4-6DB1-3622-B811-337A8F988010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02A3A97-18CB-CF03-E967-4B2545DBFD20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617509A-8C23-6CB3-7375-7629AC875CF2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EBEF1E7-1100-B8B8-5D8D-AF49A2010679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923FCAEE-FFFD-7EB7-8694-1B99A05122CE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7D9AB759-5906-8039-6C56-1A4939FBB36B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349DA94D-A431-9A21-9942-2D848E12D7C1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9B6E102F-AE61-54CD-2D11-A600729BA984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D38C60F2-B855-5CDF-1466-D8D78811E1B3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1BCCAB3-661D-3086-C0B5-84A972EDF084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4FBFCE7-FBDF-43AF-678C-4A25D3CD8397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94FE511B-AFDC-97C4-0B52-129A74E57679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26C90206-DA93-25A0-A2B3-595AEDE8C788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04569940-63B4-929F-297C-1AA6DB4B9E18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D1ABF1C-C6C7-60B7-26D4-73EB3FCB34A5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68BDBF26-C207-6885-0BE0-A49B547BF083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1B25BF1A-4E9E-4BF6-9987-14F060149489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4DC9FAC-8B95-E298-EE17-329BB30C589F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22A5C04-6509-7058-829D-1427C6F48B72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522F7B5-F631-8C91-0C87-0C2C02750A19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7622D68-D420-BEA3-5487-E6C2905726C3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A0FFDDD6-5A4A-FB38-7FE9-2ECB080F093E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FF2DA35A-31DA-2F3D-0E3A-8EB78374A851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4181C1F-275C-4A15-B5C4-C946B012956A}"/>
              </a:ext>
            </a:extLst>
          </p:cNvPr>
          <p:cNvSpPr/>
          <p:nvPr/>
        </p:nvSpPr>
        <p:spPr>
          <a:xfrm>
            <a:off x="4307426" y="3786834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388DB23-93DA-1C40-0509-38F5799705C4}"/>
              </a:ext>
            </a:extLst>
          </p:cNvPr>
          <p:cNvSpPr/>
          <p:nvPr/>
        </p:nvSpPr>
        <p:spPr>
          <a:xfrm>
            <a:off x="4697934" y="3969779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4BF9E986-4127-F597-C68E-81D54BD1EFCA}"/>
              </a:ext>
            </a:extLst>
          </p:cNvPr>
          <p:cNvSpPr/>
          <p:nvPr/>
        </p:nvSpPr>
        <p:spPr>
          <a:xfrm>
            <a:off x="4697934" y="4355901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E05A3A16-35C5-FD4F-3D3D-1263894B1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752" y="3269047"/>
            <a:ext cx="1100348" cy="259217"/>
          </a:xfrm>
          <a:prstGeom prst="rect">
            <a:avLst/>
          </a:prstGeom>
        </p:spPr>
      </p:pic>
      <p:sp>
        <p:nvSpPr>
          <p:cNvPr id="81" name="Freeform 80">
            <a:extLst>
              <a:ext uri="{FF2B5EF4-FFF2-40B4-BE49-F238E27FC236}">
                <a16:creationId xmlns:a16="http://schemas.microsoft.com/office/drawing/2014/main" id="{34F9B5A2-E401-B3F1-C4A8-4381A6652257}"/>
              </a:ext>
            </a:extLst>
          </p:cNvPr>
          <p:cNvSpPr/>
          <p:nvPr/>
        </p:nvSpPr>
        <p:spPr>
          <a:xfrm>
            <a:off x="2651146" y="2512194"/>
            <a:ext cx="6120307" cy="1453414"/>
          </a:xfrm>
          <a:custGeom>
            <a:avLst/>
            <a:gdLst>
              <a:gd name="connsiteX0" fmla="*/ 2348564 w 5912272"/>
              <a:gd name="connsiteY0" fmla="*/ 1376412 h 1376412"/>
              <a:gd name="connsiteX1" fmla="*/ 5861786 w 5912272"/>
              <a:gd name="connsiteY1" fmla="*/ 885524 h 1376412"/>
              <a:gd name="connsiteX2" fmla="*/ 0 w 5912272"/>
              <a:gd name="connsiteY2" fmla="*/ 0 h 137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272" h="1376412">
                <a:moveTo>
                  <a:pt x="2348564" y="1376412"/>
                </a:moveTo>
                <a:cubicBezTo>
                  <a:pt x="4300888" y="1245669"/>
                  <a:pt x="6253213" y="1114926"/>
                  <a:pt x="5861786" y="885524"/>
                </a:cubicBezTo>
                <a:cubicBezTo>
                  <a:pt x="5470359" y="656122"/>
                  <a:pt x="962526" y="144379"/>
                  <a:pt x="0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Freeform 81">
            <a:extLst>
              <a:ext uri="{FF2B5EF4-FFF2-40B4-BE49-F238E27FC236}">
                <a16:creationId xmlns:a16="http://schemas.microsoft.com/office/drawing/2014/main" id="{64A49618-646E-B05D-D8A0-32F3B046F4C6}"/>
              </a:ext>
            </a:extLst>
          </p:cNvPr>
          <p:cNvSpPr/>
          <p:nvPr/>
        </p:nvSpPr>
        <p:spPr>
          <a:xfrm>
            <a:off x="334074" y="4020742"/>
            <a:ext cx="6316983" cy="1359780"/>
          </a:xfrm>
          <a:custGeom>
            <a:avLst/>
            <a:gdLst>
              <a:gd name="connsiteX0" fmla="*/ 6316983 w 6316983"/>
              <a:gd name="connsiteY0" fmla="*/ 1222408 h 1222408"/>
              <a:gd name="connsiteX1" fmla="*/ 60562 w 6316983"/>
              <a:gd name="connsiteY1" fmla="*/ 529389 h 1222408"/>
              <a:gd name="connsiteX2" fmla="*/ 3679661 w 6316983"/>
              <a:gd name="connsiteY2" fmla="*/ 0 h 122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6983" h="1222408">
                <a:moveTo>
                  <a:pt x="6316983" y="1222408"/>
                </a:moveTo>
                <a:cubicBezTo>
                  <a:pt x="3408549" y="977766"/>
                  <a:pt x="500116" y="733124"/>
                  <a:pt x="60562" y="529389"/>
                </a:cubicBezTo>
                <a:cubicBezTo>
                  <a:pt x="-378992" y="325654"/>
                  <a:pt x="1650334" y="162827"/>
                  <a:pt x="3679661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691104F-594F-6937-E3FA-0B56F1FC3458}"/>
              </a:ext>
            </a:extLst>
          </p:cNvPr>
          <p:cNvSpPr/>
          <p:nvPr/>
        </p:nvSpPr>
        <p:spPr>
          <a:xfrm>
            <a:off x="1606891" y="4410375"/>
            <a:ext cx="1155560" cy="147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4" name="Picture 83" descr="A black and white text&#10;&#10;AI-generated content may be incorrect.">
            <a:extLst>
              <a:ext uri="{FF2B5EF4-FFF2-40B4-BE49-F238E27FC236}">
                <a16:creationId xmlns:a16="http://schemas.microsoft.com/office/drawing/2014/main" id="{1F3CF289-2FD0-F0D1-11ED-4B4175421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923" y="5486805"/>
            <a:ext cx="740477" cy="328772"/>
          </a:xfrm>
          <a:prstGeom prst="rect">
            <a:avLst/>
          </a:prstGeom>
        </p:spPr>
      </p:pic>
      <p:sp>
        <p:nvSpPr>
          <p:cNvPr id="85" name="Rounded Rectangle 84">
            <a:extLst>
              <a:ext uri="{FF2B5EF4-FFF2-40B4-BE49-F238E27FC236}">
                <a16:creationId xmlns:a16="http://schemas.microsoft.com/office/drawing/2014/main" id="{865394B1-341D-1469-A285-D100F02E0FDA}"/>
              </a:ext>
            </a:extLst>
          </p:cNvPr>
          <p:cNvSpPr/>
          <p:nvPr/>
        </p:nvSpPr>
        <p:spPr>
          <a:xfrm>
            <a:off x="1606891" y="446582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85">
            <a:extLst>
              <a:ext uri="{FF2B5EF4-FFF2-40B4-BE49-F238E27FC236}">
                <a16:creationId xmlns:a16="http://schemas.microsoft.com/office/drawing/2014/main" id="{C2A36BEB-B04B-C181-8306-B961AC984908}"/>
              </a:ext>
            </a:extLst>
          </p:cNvPr>
          <p:cNvSpPr/>
          <p:nvPr/>
        </p:nvSpPr>
        <p:spPr>
          <a:xfrm>
            <a:off x="2169220" y="4799519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7" name="Rounded Rectangle 86">
            <a:extLst>
              <a:ext uri="{FF2B5EF4-FFF2-40B4-BE49-F238E27FC236}">
                <a16:creationId xmlns:a16="http://schemas.microsoft.com/office/drawing/2014/main" id="{F1CAA19B-F20F-1E6D-EEA5-13EF12EA7417}"/>
              </a:ext>
            </a:extLst>
          </p:cNvPr>
          <p:cNvSpPr/>
          <p:nvPr/>
        </p:nvSpPr>
        <p:spPr>
          <a:xfrm>
            <a:off x="1781198" y="4604788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2539F921-B1A0-D0F6-D624-410FF9060A2A}"/>
              </a:ext>
            </a:extLst>
          </p:cNvPr>
          <p:cNvGrpSpPr/>
          <p:nvPr/>
        </p:nvGrpSpPr>
        <p:grpSpPr>
          <a:xfrm>
            <a:off x="1703347" y="4549616"/>
            <a:ext cx="807954" cy="780492"/>
            <a:chOff x="937408" y="4506810"/>
            <a:chExt cx="769396" cy="743244"/>
          </a:xfrm>
        </p:grpSpPr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7B12C97E-5626-B526-FBBF-250D9219F0EB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D7FC7778-DAB3-2D23-744E-E276196A1BDC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902D184-CA53-2A40-85EB-C16F34302678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410BF65-7BE4-3206-248D-F7FB2E6CC91F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DB67FB34-851B-14E1-B525-F0D8CED0DC3F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0A83586D-2E0A-8013-D774-FFB2ABE9E33F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D674DF84-9E7A-01BA-76E7-A1DB10632CCE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92FE657-38E5-EFD0-6719-F74C0E001B4D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63DE8A8-8987-7C7B-1935-7D1DE3BAEA93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4FF749F2-FB79-36D5-2EA3-43FCB6D12BAD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14E12370-3D03-B690-A591-A2D827915144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70CA057-3A9B-9B4E-7CBA-48B4C703EDE6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9E2EF081-E99A-B84F-45DC-942CCC8212DD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044D719E-8863-8A9A-760C-9D0CA41707D1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4718A86-9789-115F-202D-6CDF4357B216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9331CA2-951A-1C83-891F-8848D7850EAD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B342B576-D6C4-3249-3B41-467DCCDB8335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C104FA5-9692-07FD-C8FA-231E0312E6DE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0537033-3587-8322-6C07-77AC4551C010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F7A01F16-AD7B-DD6D-D1E9-B2AEC0AE370D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2C01600B-539F-5C3A-BD08-262909FC7667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762AEA1C-77AD-D779-0A5A-3CE680743EB6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10D40A2-F97E-AF71-9FB4-CC9A7B4A5D16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18F4B923-7DC5-0BD5-1714-D0FC2862E477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35959E47-DCE6-A2C4-C738-CA2027809C1D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06E080D2-6730-214B-6CF7-3EF5A5D27F63}"/>
              </a:ext>
            </a:extLst>
          </p:cNvPr>
          <p:cNvSpPr/>
          <p:nvPr/>
        </p:nvSpPr>
        <p:spPr>
          <a:xfrm>
            <a:off x="2762451" y="4867090"/>
            <a:ext cx="4600351" cy="8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6408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27181-40A8-1014-7AE8-BD6667F2B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Freeform 250">
            <a:extLst>
              <a:ext uri="{FF2B5EF4-FFF2-40B4-BE49-F238E27FC236}">
                <a16:creationId xmlns:a16="http://schemas.microsoft.com/office/drawing/2014/main" id="{68B5F3AA-4534-B44F-ED89-F1F8C81ECC09}"/>
              </a:ext>
            </a:extLst>
          </p:cNvPr>
          <p:cNvSpPr/>
          <p:nvPr/>
        </p:nvSpPr>
        <p:spPr>
          <a:xfrm>
            <a:off x="334074" y="4020742"/>
            <a:ext cx="6316983" cy="1359780"/>
          </a:xfrm>
          <a:custGeom>
            <a:avLst/>
            <a:gdLst>
              <a:gd name="connsiteX0" fmla="*/ 6316983 w 6316983"/>
              <a:gd name="connsiteY0" fmla="*/ 1222408 h 1222408"/>
              <a:gd name="connsiteX1" fmla="*/ 60562 w 6316983"/>
              <a:gd name="connsiteY1" fmla="*/ 529389 h 1222408"/>
              <a:gd name="connsiteX2" fmla="*/ 3679661 w 6316983"/>
              <a:gd name="connsiteY2" fmla="*/ 0 h 122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6983" h="1222408">
                <a:moveTo>
                  <a:pt x="6316983" y="1222408"/>
                </a:moveTo>
                <a:cubicBezTo>
                  <a:pt x="3408549" y="977766"/>
                  <a:pt x="500116" y="733124"/>
                  <a:pt x="60562" y="529389"/>
                </a:cubicBezTo>
                <a:cubicBezTo>
                  <a:pt x="-378992" y="325654"/>
                  <a:pt x="1650334" y="162827"/>
                  <a:pt x="3679661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2" name="Rectangle 251">
            <a:extLst>
              <a:ext uri="{FF2B5EF4-FFF2-40B4-BE49-F238E27FC236}">
                <a16:creationId xmlns:a16="http://schemas.microsoft.com/office/drawing/2014/main" id="{AE269003-FA76-2073-F478-003BF4070F4C}"/>
              </a:ext>
            </a:extLst>
          </p:cNvPr>
          <p:cNvSpPr/>
          <p:nvPr/>
        </p:nvSpPr>
        <p:spPr>
          <a:xfrm>
            <a:off x="1606891" y="4410375"/>
            <a:ext cx="1155560" cy="147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itle 88">
            <a:extLst>
              <a:ext uri="{FF2B5EF4-FFF2-40B4-BE49-F238E27FC236}">
                <a16:creationId xmlns:a16="http://schemas.microsoft.com/office/drawing/2014/main" id="{389C5DA2-DC2B-7BEC-3BC6-339334F3F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pic>
        <p:nvPicPr>
          <p:cNvPr id="236" name="Picture 235" descr="A black and white text&#10;&#10;AI-generated content may be incorrect.">
            <a:extLst>
              <a:ext uri="{FF2B5EF4-FFF2-40B4-BE49-F238E27FC236}">
                <a16:creationId xmlns:a16="http://schemas.microsoft.com/office/drawing/2014/main" id="{A82C3FDE-B250-A6A0-499B-184635D9C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23" y="5486805"/>
            <a:ext cx="740477" cy="328772"/>
          </a:xfrm>
          <a:prstGeom prst="rect">
            <a:avLst/>
          </a:prstGeom>
        </p:spPr>
      </p:pic>
      <p:grpSp>
        <p:nvGrpSpPr>
          <p:cNvPr id="328" name="Group 327">
            <a:extLst>
              <a:ext uri="{FF2B5EF4-FFF2-40B4-BE49-F238E27FC236}">
                <a16:creationId xmlns:a16="http://schemas.microsoft.com/office/drawing/2014/main" id="{0C3193F4-6340-9058-0C11-36189483896D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6149985D-C22B-3B4C-48E5-B16AED7E30FD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2B3F90EC-941C-1779-0314-2865686AF57C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4707C1C6-744F-BA7F-554A-A1AF98C1930C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BB5FE885-73AB-4D31-FDBF-23FF495557AF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5D53D312-55F6-10AF-AB9E-3BB80F06AA9D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D4757667-6F71-C1F9-E0FE-380537EF12B1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367EDDB7-8DA4-4969-AE92-2246027913E6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990DA154-E958-544F-4E54-E7DB38332545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A849BEB1-F4BD-E2EC-B2F6-14DF672BF5F3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AA99C4FC-74A5-C237-24BD-AB943C9996A8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3B49F28C-B3B5-77B8-8742-472922B84757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D0D0D269-7845-2322-C4A6-5BA960D9A8AF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ED3BB0ED-BDF9-CB94-DC0D-EA948EA4083A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56F56664-12C4-A5AA-5226-5D15D3CB80F6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FC030B6D-193B-2C08-ECA4-0B97B87D4AB5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A8682FF7-B35E-E3C3-536B-CAE5442BD9D7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B94C7BF4-881C-DB22-8F43-C547590AA168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6D88163A-1BD5-8B37-A18F-85947C04BDF1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3EC19BB0-8F14-52B5-E95F-950115D72FCC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34DF0870-25D0-F416-3E1F-F1BDA5C88244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6A841402-55D0-CE0A-EB1D-C2A214D258E9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DDF17F65-97FC-4944-42F3-48213C88F5FB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77004B75-8EED-4644-D235-A011087CA2B3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2431C4E0-5093-A66A-4B05-937229F1BE2C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39E62C08-A099-E9DB-46BF-BA8CEA83304F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1A352DA6-AACE-D141-C26D-F3B3CF2330F8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6A9714B5-7B19-DAFC-5972-9FEB84B8A9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3D3C31E-B35F-081A-89B7-BFD22F88D8A7}"/>
              </a:ext>
            </a:extLst>
          </p:cNvPr>
          <p:cNvSpPr/>
          <p:nvPr/>
        </p:nvSpPr>
        <p:spPr>
          <a:xfrm>
            <a:off x="4057752" y="3575985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CC69AD-67A9-58A6-F6B3-FDA8866BF9BF}"/>
              </a:ext>
            </a:extLst>
          </p:cNvPr>
          <p:cNvSpPr/>
          <p:nvPr/>
        </p:nvSpPr>
        <p:spPr>
          <a:xfrm>
            <a:off x="4629706" y="3909677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7687ED5A-9071-B053-6312-D173C1C9377F}"/>
              </a:ext>
            </a:extLst>
          </p:cNvPr>
          <p:cNvSpPr/>
          <p:nvPr/>
        </p:nvSpPr>
        <p:spPr>
          <a:xfrm>
            <a:off x="4308704" y="4166836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C3AA3C87-68BF-70CC-B61B-6FBD1CDF656F}"/>
              </a:ext>
            </a:extLst>
          </p:cNvPr>
          <p:cNvSpPr/>
          <p:nvPr/>
        </p:nvSpPr>
        <p:spPr>
          <a:xfrm>
            <a:off x="4232059" y="3714946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4F2DA3-8B28-8326-A6FD-9896ADD04746}"/>
              </a:ext>
            </a:extLst>
          </p:cNvPr>
          <p:cNvGrpSpPr/>
          <p:nvPr/>
        </p:nvGrpSpPr>
        <p:grpSpPr>
          <a:xfrm>
            <a:off x="4162007" y="3649809"/>
            <a:ext cx="807954" cy="780492"/>
            <a:chOff x="937408" y="4506810"/>
            <a:chExt cx="769396" cy="7432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E45EDA4-DFDA-7D81-7136-A3594615BB74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EBC8A37-1830-ED9F-CFFB-5F79D6984A18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6AB6F0E-63D7-1CFE-152A-042420EF7357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C213880-B5C3-B9B2-A142-2D940019B3B5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32217A03-A591-74B5-63A3-9A292C6D26B4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59DE1123-21C4-7648-9C1A-78EAE7622EF6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26201F04-FEB3-454D-3C4C-5FC786259547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AB086945-47D1-AA06-57C6-79B37F15EAA0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2D6A1DD-7D07-4442-95D8-729517A99CCE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A16C7C86-6338-293A-E437-299CB39C1B2D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351FDFB8-B29A-C63D-5693-8F392592D220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9E2AAD3-18E4-1B55-D350-EB0C5B604E07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B40C5306-8071-2DA4-FC0F-5BD2F294E7E7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2288F72F-7F47-7243-5FA7-F9DA11A2BFA4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CB6E0212-B61A-534C-AD37-C09FEF277EF7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850C5B1-267A-83F5-1559-ED0FAD25997E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76FCD9FA-8090-9055-2F60-2AC8932CC9BE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F0186411-2C06-D50F-4FAC-7285025CABBE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F202003-BA7F-EB0E-DF2D-DF07B2896E0B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819297E9-F6B5-4565-D5A3-0D9B3618649F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A03BA3F-B41F-B439-FC23-C5339245195B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C1E0EFA-7BF3-C459-5E88-1B2E46C6BF75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6F9BA44-7C40-EC07-3FF3-4BDB3343C7D4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8319B07F-A4D1-5BA3-62D6-AC449DB808DD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991EE7D-3D15-4C8D-D2B1-778D35E1191A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0D8E047-8E21-9BF8-A686-2CD0085D06D2}"/>
              </a:ext>
            </a:extLst>
          </p:cNvPr>
          <p:cNvSpPr/>
          <p:nvPr/>
        </p:nvSpPr>
        <p:spPr>
          <a:xfrm>
            <a:off x="4307426" y="3786834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527AB87-0DD0-2ECC-EF5D-7BC0A482CD86}"/>
              </a:ext>
            </a:extLst>
          </p:cNvPr>
          <p:cNvSpPr/>
          <p:nvPr/>
        </p:nvSpPr>
        <p:spPr>
          <a:xfrm>
            <a:off x="4697934" y="3969779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F19408C-88DF-5861-7994-6C542C1458CB}"/>
              </a:ext>
            </a:extLst>
          </p:cNvPr>
          <p:cNvSpPr/>
          <p:nvPr/>
        </p:nvSpPr>
        <p:spPr>
          <a:xfrm>
            <a:off x="4697934" y="4355901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DCA6E7-BE10-9134-284F-C7DF20D0B7AD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136869" y="4188235"/>
            <a:ext cx="860316" cy="11784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213CF05-A26A-9752-1A98-C5904C9F93F1}"/>
              </a:ext>
            </a:extLst>
          </p:cNvPr>
          <p:cNvSpPr txBox="1"/>
          <p:nvPr/>
        </p:nvSpPr>
        <p:spPr>
          <a:xfrm>
            <a:off x="5997185" y="4059856"/>
            <a:ext cx="24304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Pinning a fermion</a:t>
            </a:r>
          </a:p>
          <a:p>
            <a:r>
              <a:rPr lang="en-US" sz="1200" b="1" i="1" dirty="0"/>
              <a:t>Decreases support of perturbation!</a:t>
            </a:r>
          </a:p>
        </p:txBody>
      </p:sp>
      <p:pic>
        <p:nvPicPr>
          <p:cNvPr id="16" name="Picture 15" descr="A black letter with a white background&#10;&#10;AI-generated content may be incorrect.">
            <a:extLst>
              <a:ext uri="{FF2B5EF4-FFF2-40B4-BE49-F238E27FC236}">
                <a16:creationId xmlns:a16="http://schemas.microsoft.com/office/drawing/2014/main" id="{0BFA7EB2-C28A-EDC4-3670-09E7A0E11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059" y="3337148"/>
            <a:ext cx="779799" cy="183703"/>
          </a:xfrm>
          <a:prstGeom prst="rect">
            <a:avLst/>
          </a:prstGeom>
        </p:spPr>
      </p:pic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70E52BA8-75C5-2C0C-4230-3487B76F050B}"/>
              </a:ext>
            </a:extLst>
          </p:cNvPr>
          <p:cNvSpPr/>
          <p:nvPr/>
        </p:nvSpPr>
        <p:spPr>
          <a:xfrm>
            <a:off x="1606891" y="446582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621FAE5D-5E71-EC47-762B-608BF3976C8A}"/>
              </a:ext>
            </a:extLst>
          </p:cNvPr>
          <p:cNvSpPr/>
          <p:nvPr/>
        </p:nvSpPr>
        <p:spPr>
          <a:xfrm>
            <a:off x="2169220" y="4799519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2DD517FA-4F0E-8B11-092D-7498D90D0637}"/>
              </a:ext>
            </a:extLst>
          </p:cNvPr>
          <p:cNvSpPr/>
          <p:nvPr/>
        </p:nvSpPr>
        <p:spPr>
          <a:xfrm>
            <a:off x="1781198" y="4604788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3994C523-11A6-C57E-4B6F-E4228AC8891A}"/>
              </a:ext>
            </a:extLst>
          </p:cNvPr>
          <p:cNvGrpSpPr/>
          <p:nvPr/>
        </p:nvGrpSpPr>
        <p:grpSpPr>
          <a:xfrm>
            <a:off x="1703347" y="4549616"/>
            <a:ext cx="807954" cy="780492"/>
            <a:chOff x="937408" y="4506810"/>
            <a:chExt cx="769396" cy="74324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D89A0654-784E-E330-CF73-5C797E4385E7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5BFE8D23-6F8C-5F18-F802-FD24851AD4AA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55737157-576D-6A25-9DD0-545C71030C10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A73612C4-2A77-D849-1F0D-B787F3314E43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FE8013DE-0C56-985C-07C1-B8BA15782D61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24E3270D-0F7C-0164-3FF2-D55E070836AC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3CA09B52-5B33-61A1-6F9E-B3D53F27ACCF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286595D1-548E-7C73-BE7F-74DD5B0362F5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306B6688-7FB0-5973-57CC-85A1B1E7C724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8B946601-EE7E-A937-F177-1C5EFC111AF9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5ACD1EDB-F033-183A-B9C6-A25AD2D11CF9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9F2CCE4A-C917-E37F-AE6D-CF7F99B55C9E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112D35BD-465A-FDAD-C123-1B9F0EC7C174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CDD38BB7-3F20-D572-2A20-A67A42949738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584B1E10-6C83-A1F7-EA61-6B446ACA230B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8FFCBE3A-8E64-FF2C-596B-ECEA9170614C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CD9F9A54-857D-31E0-CDB8-BCBE5F0E6FD8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C6BEF37C-4CF4-3010-B275-FDBEC8F6E08E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DAF12521-EF52-1B66-C761-1CBD844CB86E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9C6915F2-0E4C-43C9-19D4-D0A45F928155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2BD6A19-FEB0-C812-DCEF-CA30875201F8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FB8ABDD3-8147-1BCB-02C9-DF6F58CF2470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D90B23EB-90C5-4616-1F60-911B557F84C7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421657A5-60C3-92A8-4A26-DF1CE10F36DE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9C6DAB01-96F0-0283-7B18-F50B1C3BD96B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50" name="Picture 249" descr="A black letter with exclamation mark&#10;&#10;AI-generated content may be incorrect.">
            <a:extLst>
              <a:ext uri="{FF2B5EF4-FFF2-40B4-BE49-F238E27FC236}">
                <a16:creationId xmlns:a16="http://schemas.microsoft.com/office/drawing/2014/main" id="{25A1FFFB-DC4D-D00F-512E-1D909A4F03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688" y="3266864"/>
            <a:ext cx="1244035" cy="273256"/>
          </a:xfrm>
          <a:prstGeom prst="rect">
            <a:avLst/>
          </a:prstGeom>
        </p:spPr>
      </p:pic>
      <p:sp>
        <p:nvSpPr>
          <p:cNvPr id="253" name="Rectangle 252">
            <a:extLst>
              <a:ext uri="{FF2B5EF4-FFF2-40B4-BE49-F238E27FC236}">
                <a16:creationId xmlns:a16="http://schemas.microsoft.com/office/drawing/2014/main" id="{6A177222-777F-2F0D-2B2D-9DA14A45A7AF}"/>
              </a:ext>
            </a:extLst>
          </p:cNvPr>
          <p:cNvSpPr/>
          <p:nvPr/>
        </p:nvSpPr>
        <p:spPr>
          <a:xfrm>
            <a:off x="2762451" y="4867090"/>
            <a:ext cx="4600351" cy="8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4" name="Freeform 253">
            <a:extLst>
              <a:ext uri="{FF2B5EF4-FFF2-40B4-BE49-F238E27FC236}">
                <a16:creationId xmlns:a16="http://schemas.microsoft.com/office/drawing/2014/main" id="{862F6080-0846-67DC-4A40-4816A926CA09}"/>
              </a:ext>
            </a:extLst>
          </p:cNvPr>
          <p:cNvSpPr/>
          <p:nvPr/>
        </p:nvSpPr>
        <p:spPr>
          <a:xfrm>
            <a:off x="2651146" y="2512194"/>
            <a:ext cx="6120307" cy="1453414"/>
          </a:xfrm>
          <a:custGeom>
            <a:avLst/>
            <a:gdLst>
              <a:gd name="connsiteX0" fmla="*/ 2348564 w 5912272"/>
              <a:gd name="connsiteY0" fmla="*/ 1376412 h 1376412"/>
              <a:gd name="connsiteX1" fmla="*/ 5861786 w 5912272"/>
              <a:gd name="connsiteY1" fmla="*/ 885524 h 1376412"/>
              <a:gd name="connsiteX2" fmla="*/ 0 w 5912272"/>
              <a:gd name="connsiteY2" fmla="*/ 0 h 137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272" h="1376412">
                <a:moveTo>
                  <a:pt x="2348564" y="1376412"/>
                </a:moveTo>
                <a:cubicBezTo>
                  <a:pt x="4300888" y="1245669"/>
                  <a:pt x="6253213" y="1114926"/>
                  <a:pt x="5861786" y="885524"/>
                </a:cubicBezTo>
                <a:cubicBezTo>
                  <a:pt x="5470359" y="656122"/>
                  <a:pt x="962526" y="144379"/>
                  <a:pt x="0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71192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8A4FA-F2A2-E47C-68E0-C16FB6BF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:a16="http://schemas.microsoft.com/office/drawing/2014/main" id="{52E44C27-1539-108D-A411-BD9D23D25BAD}"/>
              </a:ext>
            </a:extLst>
          </p:cNvPr>
          <p:cNvSpPr/>
          <p:nvPr/>
        </p:nvSpPr>
        <p:spPr>
          <a:xfrm>
            <a:off x="334074" y="4020742"/>
            <a:ext cx="6316983" cy="1359780"/>
          </a:xfrm>
          <a:custGeom>
            <a:avLst/>
            <a:gdLst>
              <a:gd name="connsiteX0" fmla="*/ 6316983 w 6316983"/>
              <a:gd name="connsiteY0" fmla="*/ 1222408 h 1222408"/>
              <a:gd name="connsiteX1" fmla="*/ 60562 w 6316983"/>
              <a:gd name="connsiteY1" fmla="*/ 529389 h 1222408"/>
              <a:gd name="connsiteX2" fmla="*/ 3679661 w 6316983"/>
              <a:gd name="connsiteY2" fmla="*/ 0 h 122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6983" h="1222408">
                <a:moveTo>
                  <a:pt x="6316983" y="1222408"/>
                </a:moveTo>
                <a:cubicBezTo>
                  <a:pt x="3408549" y="977766"/>
                  <a:pt x="500116" y="733124"/>
                  <a:pt x="60562" y="529389"/>
                </a:cubicBezTo>
                <a:cubicBezTo>
                  <a:pt x="-378992" y="325654"/>
                  <a:pt x="1650334" y="162827"/>
                  <a:pt x="3679661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B51858C-534B-3AB2-66FA-8660B702DF42}"/>
              </a:ext>
            </a:extLst>
          </p:cNvPr>
          <p:cNvSpPr/>
          <p:nvPr/>
        </p:nvSpPr>
        <p:spPr>
          <a:xfrm>
            <a:off x="2678040" y="4867090"/>
            <a:ext cx="3973017" cy="619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D81E63-75AD-7D25-731A-86FBF54B9D9C}"/>
              </a:ext>
            </a:extLst>
          </p:cNvPr>
          <p:cNvSpPr/>
          <p:nvPr/>
        </p:nvSpPr>
        <p:spPr>
          <a:xfrm>
            <a:off x="1606891" y="4410375"/>
            <a:ext cx="1155560" cy="14720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itle 88">
            <a:extLst>
              <a:ext uri="{FF2B5EF4-FFF2-40B4-BE49-F238E27FC236}">
                <a16:creationId xmlns:a16="http://schemas.microsoft.com/office/drawing/2014/main" id="{BD3BA6DC-0B58-CF3E-15AC-C70925679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pic>
        <p:nvPicPr>
          <p:cNvPr id="236" name="Picture 235" descr="A black and white text&#10;&#10;AI-generated content may be incorrect.">
            <a:extLst>
              <a:ext uri="{FF2B5EF4-FFF2-40B4-BE49-F238E27FC236}">
                <a16:creationId xmlns:a16="http://schemas.microsoft.com/office/drawing/2014/main" id="{70F06F88-B074-DA8B-0DD1-9D0E53AB0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923" y="5486805"/>
            <a:ext cx="740477" cy="328772"/>
          </a:xfrm>
          <a:prstGeom prst="rect">
            <a:avLst/>
          </a:prstGeom>
        </p:spPr>
      </p:pic>
      <p:grpSp>
        <p:nvGrpSpPr>
          <p:cNvPr id="328" name="Group 327">
            <a:extLst>
              <a:ext uri="{FF2B5EF4-FFF2-40B4-BE49-F238E27FC236}">
                <a16:creationId xmlns:a16="http://schemas.microsoft.com/office/drawing/2014/main" id="{ABEED890-309E-B6C9-89C7-083AF4DC6D83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02ACB6DD-1BA2-F36A-05E9-424FEA886761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CF8079C4-D0AA-A624-B058-A986BD8409A4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CA53EB24-A639-3465-1076-ACE92837D302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DE8F86D8-9D12-5290-7AA0-4B5D94EC7636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22D9159A-A234-CEB1-2567-287C5B9E8D84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4DDD06C3-BC5D-FC59-657B-E232C221F6A4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A3D2EB8D-782C-ED28-4E30-ADC75B6F521E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05F25D82-A2F1-93B7-7F27-3F238C5FCF93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52188F0D-9857-FC7D-2EE5-456455F16E09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CCB16F64-9D15-FBCD-BDA0-8391826A8503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01C7267F-6BF9-9EBF-ADAC-B3637E880A99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6B1CC4BC-F68E-B2A0-1463-1E9D9D7778E4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E1F6EFEB-FB2C-7A61-76F1-65C38E3C5F31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1111FDA7-7F25-814D-96D3-861B06BFB303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CB602CCF-C559-BCFB-DF43-242755F674EA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C91163F7-9E3A-1A28-B835-3E18C9AA4E16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98C7F08D-0B34-1B53-F545-77AFA4C37382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D8C6A8E7-38D1-E6D0-C297-1DF133C12280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F3D3CA86-CD9E-F237-6B89-53DD0F107478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4BE6DF97-7EE1-C0E7-589A-C9F4C2C142D3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B089D692-A635-37A1-305C-28B9DCA0D7FD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078260B4-D894-3B58-BDD5-3F2615F542EE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81097AC3-1EF2-5B30-0047-B269D9CDCFC6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C384805C-FAD0-FFA4-C8D6-196E7EBC81C0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30B86AAD-8245-1118-BF3C-658263AD8C43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BE858057-2117-8A44-BDFA-E8E743CF9CD9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4395260C-8BB2-2793-DA8F-A55ECA6BC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1A9353C-84A9-3CF4-A9F0-4D8A562D1623}"/>
              </a:ext>
            </a:extLst>
          </p:cNvPr>
          <p:cNvSpPr/>
          <p:nvPr/>
        </p:nvSpPr>
        <p:spPr>
          <a:xfrm>
            <a:off x="4057752" y="3575985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FED3C07-8988-04D1-5DFB-F0E80872DA94}"/>
              </a:ext>
            </a:extLst>
          </p:cNvPr>
          <p:cNvSpPr/>
          <p:nvPr/>
        </p:nvSpPr>
        <p:spPr>
          <a:xfrm>
            <a:off x="4629706" y="3909677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1615DB9-5653-25CB-DD5D-83086CCEFF20}"/>
              </a:ext>
            </a:extLst>
          </p:cNvPr>
          <p:cNvSpPr/>
          <p:nvPr/>
        </p:nvSpPr>
        <p:spPr>
          <a:xfrm>
            <a:off x="4308704" y="4166836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A40CF7-E268-1107-A981-E643D315A3F7}"/>
              </a:ext>
            </a:extLst>
          </p:cNvPr>
          <p:cNvSpPr/>
          <p:nvPr/>
        </p:nvSpPr>
        <p:spPr>
          <a:xfrm>
            <a:off x="4232059" y="3714946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00CC7D2-0FC7-218C-A07D-4567D487D865}"/>
              </a:ext>
            </a:extLst>
          </p:cNvPr>
          <p:cNvGrpSpPr/>
          <p:nvPr/>
        </p:nvGrpSpPr>
        <p:grpSpPr>
          <a:xfrm>
            <a:off x="4162007" y="3649809"/>
            <a:ext cx="807954" cy="780492"/>
            <a:chOff x="937408" y="4506810"/>
            <a:chExt cx="769396" cy="7432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D74306E-F408-00E1-E33A-3BA3C703234E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198C45BC-59C6-5ECC-8C4D-52DB897283D6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DB52D262-D414-A316-957E-D5FB95881B9D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D92871E-E407-C230-38D7-391D43DF9533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4D7E464D-9CFC-A78E-9FA0-E7B546A6E5D3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B7D10FD-879C-1C1F-C210-EA4ED3B92EFC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880C497-CCF8-9751-0AF8-FE273C653EAD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9F18BF-9475-3AC9-8F73-F4C3E04918C4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9CE8F8C1-9929-CA77-5AB8-90A43698F31C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90D37B8-987C-C56F-16BE-A931AB14B687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F8F8C1-AD22-C70F-5C0D-C951C32367E1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F18BAABE-54F1-C7BA-CE4F-47A57471E05A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A7ECB48-31CB-5DA8-C975-725D96C095A8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1C42876-B22E-EE42-0F57-10367DBB164A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231D521-40A1-28B5-D3B4-ABFC5DF86C64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FC1311CC-B3ED-9800-A160-BDCA36EF1DD6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5EE67F4-508E-3101-4FFA-041873133A6D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D62EF815-F1CA-CA6E-30BA-B38B266BF00B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8A4026A-41D0-7F07-5B34-9F58DD093414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0B19711-0D2E-2564-2031-6F65C4DA0BBD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A146D83B-EB1E-A203-3EB3-0BE6A1A31B29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DB75230-F4C8-FBF9-8465-7F47F4AC54A8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149C3348-C585-B04F-0DAE-DCE6EE04621F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01835675-8D3E-F48D-FFF9-11571F175618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022CAE0-DE73-AA2E-0667-F0B2DCED5F95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E4BB9001-CB0A-60D1-14DC-20C4FB8BFDFA}"/>
              </a:ext>
            </a:extLst>
          </p:cNvPr>
          <p:cNvSpPr/>
          <p:nvPr/>
        </p:nvSpPr>
        <p:spPr>
          <a:xfrm>
            <a:off x="4307426" y="3786834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E1998CB-53F3-ADAB-CF95-5D548650673A}"/>
              </a:ext>
            </a:extLst>
          </p:cNvPr>
          <p:cNvSpPr/>
          <p:nvPr/>
        </p:nvSpPr>
        <p:spPr>
          <a:xfrm>
            <a:off x="4697934" y="3969779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72166063-0B51-2758-29F7-240ACFB64222}"/>
              </a:ext>
            </a:extLst>
          </p:cNvPr>
          <p:cNvSpPr/>
          <p:nvPr/>
        </p:nvSpPr>
        <p:spPr>
          <a:xfrm>
            <a:off x="4697934" y="4355901"/>
            <a:ext cx="124252" cy="127333"/>
          </a:xfrm>
          <a:prstGeom prst="roundRect">
            <a:avLst/>
          </a:prstGeom>
          <a:solidFill>
            <a:srgbClr val="F7504F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89F9759-8FF7-721C-2457-F1E8086268C9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5136869" y="4188235"/>
            <a:ext cx="860316" cy="11784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B280950-6563-FA80-7828-BB9F138F6E3B}"/>
              </a:ext>
            </a:extLst>
          </p:cNvPr>
          <p:cNvSpPr txBox="1"/>
          <p:nvPr/>
        </p:nvSpPr>
        <p:spPr>
          <a:xfrm>
            <a:off x="5997185" y="4059856"/>
            <a:ext cx="24304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Pinning a fermion</a:t>
            </a:r>
          </a:p>
          <a:p>
            <a:r>
              <a:rPr lang="en-US" sz="1200" b="1" i="1" dirty="0"/>
              <a:t>Decreases support of perturbation!</a:t>
            </a:r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CBF88570-89C8-B494-F50C-78B43EC3121E}"/>
              </a:ext>
            </a:extLst>
          </p:cNvPr>
          <p:cNvSpPr/>
          <p:nvPr/>
        </p:nvSpPr>
        <p:spPr>
          <a:xfrm>
            <a:off x="6722602" y="4756642"/>
            <a:ext cx="1000868" cy="976754"/>
          </a:xfrm>
          <a:prstGeom prst="roundRect">
            <a:avLst/>
          </a:prstGeom>
          <a:solidFill>
            <a:schemeClr val="bg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65A0E49B-24A8-0CC9-2692-748337506332}"/>
              </a:ext>
            </a:extLst>
          </p:cNvPr>
          <p:cNvGrpSpPr/>
          <p:nvPr/>
        </p:nvGrpSpPr>
        <p:grpSpPr>
          <a:xfrm>
            <a:off x="6831555" y="4854773"/>
            <a:ext cx="807954" cy="780492"/>
            <a:chOff x="937408" y="4506810"/>
            <a:chExt cx="769396" cy="743244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31741CC9-D1A4-C356-FE2B-CC29BB8FFB34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7AFA545F-80D1-9A8B-C0C6-57F7F81C50F1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D978B676-964F-E01F-F131-E9CCFE4B1DF5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B98EF6FB-4FA6-A6B2-245E-E16668D3504E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8B81D9F-74C2-6C5B-0F09-81AAEEB3E14F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356A367-2914-A814-BF7B-CBEC82FCDAC3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A3777F67-B021-7848-48B3-1D75CD85CA5E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84D27B80-9FE7-2DB5-934D-5519B79C7F27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6212159B-6299-93E6-017F-B82398233965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083B33F7-0EBA-1E6B-AB02-2B8BEF8B58EB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C1A3B839-3ED4-1495-7983-F0C2C27933D6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4D51462D-7737-4E62-B6E6-D423A33B1437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7C6002BC-BCA4-3167-54D1-6C4FC5FD8B37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EAD45491-D947-FEA0-8F3B-CC1068A154E7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35A34110-8096-2AF9-D9EE-F44355C7B080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435EA59A-E146-FDB5-DCA2-BD751E42EA41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E3B1B5B5-41F9-318A-2F64-5753B24574EC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F024102-72D1-141A-4D4F-AFACB64788DA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47251997-86CE-B9DC-05A9-BA917881D780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EECBD819-F2F5-ADEE-0899-BE17A1FBEAA4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E07FF6A0-EB2E-CF83-CD4F-C2288B82ECE3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FB16B6AE-6020-AE17-0132-E313101B9D5D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035E3E01-3B7E-4B02-D0DD-3408CF572D3B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31447A13-A3D4-3575-047A-148EC63CDFD2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38B24122-4172-0506-3E98-4643EABFA384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5" name="Rounded Rectangle 214">
            <a:extLst>
              <a:ext uri="{FF2B5EF4-FFF2-40B4-BE49-F238E27FC236}">
                <a16:creationId xmlns:a16="http://schemas.microsoft.com/office/drawing/2014/main" id="{B2BC6EAF-F435-9AA4-8918-BB606BE13006}"/>
              </a:ext>
            </a:extLst>
          </p:cNvPr>
          <p:cNvSpPr/>
          <p:nvPr/>
        </p:nvSpPr>
        <p:spPr>
          <a:xfrm>
            <a:off x="1606891" y="4465827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Rounded Rectangle 215">
            <a:extLst>
              <a:ext uri="{FF2B5EF4-FFF2-40B4-BE49-F238E27FC236}">
                <a16:creationId xmlns:a16="http://schemas.microsoft.com/office/drawing/2014/main" id="{2542E1DE-EE4A-FC0B-09BC-C00E8B0A9288}"/>
              </a:ext>
            </a:extLst>
          </p:cNvPr>
          <p:cNvSpPr/>
          <p:nvPr/>
        </p:nvSpPr>
        <p:spPr>
          <a:xfrm>
            <a:off x="2169220" y="4799519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7" name="Rounded Rectangle 216">
            <a:extLst>
              <a:ext uri="{FF2B5EF4-FFF2-40B4-BE49-F238E27FC236}">
                <a16:creationId xmlns:a16="http://schemas.microsoft.com/office/drawing/2014/main" id="{0D115C82-BA9B-1394-853E-A2BFB1E492D1}"/>
              </a:ext>
            </a:extLst>
          </p:cNvPr>
          <p:cNvSpPr/>
          <p:nvPr/>
        </p:nvSpPr>
        <p:spPr>
          <a:xfrm>
            <a:off x="1781198" y="4604788"/>
            <a:ext cx="271670" cy="262302"/>
          </a:xfrm>
          <a:prstGeom prst="roundRect">
            <a:avLst/>
          </a:prstGeom>
          <a:solidFill>
            <a:schemeClr val="bg1"/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A18A9A9E-91E6-2188-06AC-33272265E259}"/>
              </a:ext>
            </a:extLst>
          </p:cNvPr>
          <p:cNvGrpSpPr/>
          <p:nvPr/>
        </p:nvGrpSpPr>
        <p:grpSpPr>
          <a:xfrm>
            <a:off x="1703347" y="4549616"/>
            <a:ext cx="807954" cy="780492"/>
            <a:chOff x="937408" y="4506810"/>
            <a:chExt cx="769396" cy="743244"/>
          </a:xfrm>
        </p:grpSpPr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0C44B9D2-9B53-D299-405A-E8A561CD40BA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17680E3D-45E5-85B8-8CC0-AB95992D9CAC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4DD17428-28C6-CD82-AB0B-932CADC82196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5B5BCF0A-158E-129E-DAD9-3D2DF3244FEF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ABBAB6D6-1964-712D-5760-7F334D77E5F6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36B1F3A8-652D-3F7B-1D5C-88FB4D948DB8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CDF5DA09-5808-98D3-9915-7F912687B167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AA62FBC8-B406-C09C-D09D-A4047B944728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5953747E-66AE-8E9F-30E1-AB0DECEC07A2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7DE9E77C-4783-FCC8-743B-85D19440082F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9" name="Oval 228">
              <a:extLst>
                <a:ext uri="{FF2B5EF4-FFF2-40B4-BE49-F238E27FC236}">
                  <a16:creationId xmlns:a16="http://schemas.microsoft.com/office/drawing/2014/main" id="{EE97A59A-6431-5239-309C-5A056150E65F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0" name="Oval 229">
              <a:extLst>
                <a:ext uri="{FF2B5EF4-FFF2-40B4-BE49-F238E27FC236}">
                  <a16:creationId xmlns:a16="http://schemas.microsoft.com/office/drawing/2014/main" id="{E45D8338-DAA7-B427-3C11-C445220DF059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1" name="Oval 230">
              <a:extLst>
                <a:ext uri="{FF2B5EF4-FFF2-40B4-BE49-F238E27FC236}">
                  <a16:creationId xmlns:a16="http://schemas.microsoft.com/office/drawing/2014/main" id="{D4524D19-3C1E-59F0-2198-DABD0EFECA8B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2" name="Oval 231">
              <a:extLst>
                <a:ext uri="{FF2B5EF4-FFF2-40B4-BE49-F238E27FC236}">
                  <a16:creationId xmlns:a16="http://schemas.microsoft.com/office/drawing/2014/main" id="{D211C556-41AC-FEA5-F9B9-EA45F8F5F24C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3" name="Oval 232">
              <a:extLst>
                <a:ext uri="{FF2B5EF4-FFF2-40B4-BE49-F238E27FC236}">
                  <a16:creationId xmlns:a16="http://schemas.microsoft.com/office/drawing/2014/main" id="{36FD633A-5662-C0D1-7DF6-D92C500D2A9C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8471665C-704C-0B0E-8049-76AEEB9AE361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Oval 234">
              <a:extLst>
                <a:ext uri="{FF2B5EF4-FFF2-40B4-BE49-F238E27FC236}">
                  <a16:creationId xmlns:a16="http://schemas.microsoft.com/office/drawing/2014/main" id="{5CF787D4-82E4-8358-1B3E-2B15372908E8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7" name="Oval 236">
              <a:extLst>
                <a:ext uri="{FF2B5EF4-FFF2-40B4-BE49-F238E27FC236}">
                  <a16:creationId xmlns:a16="http://schemas.microsoft.com/office/drawing/2014/main" id="{BE53EB9F-88C5-8E2E-49C1-24ABAB236262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8" name="Oval 237">
              <a:extLst>
                <a:ext uri="{FF2B5EF4-FFF2-40B4-BE49-F238E27FC236}">
                  <a16:creationId xmlns:a16="http://schemas.microsoft.com/office/drawing/2014/main" id="{85A771EF-03EE-BAB4-97D4-FD3E49CB8924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9" name="Oval 238">
              <a:extLst>
                <a:ext uri="{FF2B5EF4-FFF2-40B4-BE49-F238E27FC236}">
                  <a16:creationId xmlns:a16="http://schemas.microsoft.com/office/drawing/2014/main" id="{F0096686-97BB-EF85-B34E-D1F24E2B391F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B73FBBBC-F5B6-60BE-129C-EAB6F4B3032B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>
              <a:extLst>
                <a:ext uri="{FF2B5EF4-FFF2-40B4-BE49-F238E27FC236}">
                  <a16:creationId xmlns:a16="http://schemas.microsoft.com/office/drawing/2014/main" id="{695EF201-7D62-90D8-0BF0-CE9F1B9D9352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>
              <a:extLst>
                <a:ext uri="{FF2B5EF4-FFF2-40B4-BE49-F238E27FC236}">
                  <a16:creationId xmlns:a16="http://schemas.microsoft.com/office/drawing/2014/main" id="{9F463EBA-D713-73BF-60B6-6EFD2C226042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3" name="Oval 242">
              <a:extLst>
                <a:ext uri="{FF2B5EF4-FFF2-40B4-BE49-F238E27FC236}">
                  <a16:creationId xmlns:a16="http://schemas.microsoft.com/office/drawing/2014/main" id="{A1C32847-2997-041F-D9C1-E9EA7A10A761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2CABC070-EA41-D72D-7BC9-167C6390CC59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7" name="Picture 16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7309BFE6-77AE-FAC1-863B-39B7DCD87C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4131" y="5768719"/>
            <a:ext cx="208699" cy="262664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E85EA8-4C8C-B8A6-9E2E-2E11AC1F1D11}"/>
              </a:ext>
            </a:extLst>
          </p:cNvPr>
          <p:cNvCxnSpPr>
            <a:cxnSpLocks/>
          </p:cNvCxnSpPr>
          <p:nvPr/>
        </p:nvCxnSpPr>
        <p:spPr>
          <a:xfrm flipH="1" flipV="1">
            <a:off x="2762451" y="4992029"/>
            <a:ext cx="3888606" cy="38849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BBE5289-396E-AE35-C2F4-4C42D55396ED}"/>
              </a:ext>
            </a:extLst>
          </p:cNvPr>
          <p:cNvSpPr/>
          <p:nvPr/>
        </p:nvSpPr>
        <p:spPr>
          <a:xfrm>
            <a:off x="4367894" y="4992029"/>
            <a:ext cx="667429" cy="252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riangle 61">
            <a:extLst>
              <a:ext uri="{FF2B5EF4-FFF2-40B4-BE49-F238E27FC236}">
                <a16:creationId xmlns:a16="http://schemas.microsoft.com/office/drawing/2014/main" id="{9122C2C5-ED9E-B1CE-F0F1-B7649DD30062}"/>
              </a:ext>
            </a:extLst>
          </p:cNvPr>
          <p:cNvSpPr/>
          <p:nvPr/>
        </p:nvSpPr>
        <p:spPr>
          <a:xfrm rot="16520602">
            <a:off x="4984814" y="5181971"/>
            <a:ext cx="88894" cy="680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73B88C-2FF3-E4C9-9521-137266D2E718}"/>
              </a:ext>
            </a:extLst>
          </p:cNvPr>
          <p:cNvSpPr txBox="1"/>
          <p:nvPr/>
        </p:nvSpPr>
        <p:spPr>
          <a:xfrm>
            <a:off x="4357503" y="4585846"/>
            <a:ext cx="6337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…</a:t>
            </a:r>
          </a:p>
        </p:txBody>
      </p:sp>
      <p:sp>
        <p:nvSpPr>
          <p:cNvPr id="63" name="Freeform 62">
            <a:extLst>
              <a:ext uri="{FF2B5EF4-FFF2-40B4-BE49-F238E27FC236}">
                <a16:creationId xmlns:a16="http://schemas.microsoft.com/office/drawing/2014/main" id="{232A5C62-92F9-07E4-3EF5-9F35ED9A3CDB}"/>
              </a:ext>
            </a:extLst>
          </p:cNvPr>
          <p:cNvSpPr/>
          <p:nvPr/>
        </p:nvSpPr>
        <p:spPr>
          <a:xfrm>
            <a:off x="2651146" y="2512194"/>
            <a:ext cx="6120307" cy="1453414"/>
          </a:xfrm>
          <a:custGeom>
            <a:avLst/>
            <a:gdLst>
              <a:gd name="connsiteX0" fmla="*/ 2348564 w 5912272"/>
              <a:gd name="connsiteY0" fmla="*/ 1376412 h 1376412"/>
              <a:gd name="connsiteX1" fmla="*/ 5861786 w 5912272"/>
              <a:gd name="connsiteY1" fmla="*/ 885524 h 1376412"/>
              <a:gd name="connsiteX2" fmla="*/ 0 w 5912272"/>
              <a:gd name="connsiteY2" fmla="*/ 0 h 137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272" h="1376412">
                <a:moveTo>
                  <a:pt x="2348564" y="1376412"/>
                </a:moveTo>
                <a:cubicBezTo>
                  <a:pt x="4300888" y="1245669"/>
                  <a:pt x="6253213" y="1114926"/>
                  <a:pt x="5861786" y="885524"/>
                </a:cubicBezTo>
                <a:cubicBezTo>
                  <a:pt x="5470359" y="656122"/>
                  <a:pt x="962526" y="144379"/>
                  <a:pt x="0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4" name="Picture 63" descr="A black letter with exclamation mark&#10;&#10;AI-generated content may be incorrect.">
            <a:extLst>
              <a:ext uri="{FF2B5EF4-FFF2-40B4-BE49-F238E27FC236}">
                <a16:creationId xmlns:a16="http://schemas.microsoft.com/office/drawing/2014/main" id="{FC1D0BC0-1D5E-FB1E-6941-2977AA3720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7688" y="3266864"/>
            <a:ext cx="1244035" cy="273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3572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5753D-0CB4-CBD8-8D2F-A339B7332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827D4570-EFC2-B0E0-3E8E-BC76C4ED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FE8F4DA1-D6B9-8CC1-568F-1D00DBD88DE1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22BEE816-C156-0E2E-7039-E58EC63A5AFE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BAE50A78-8F9F-55F5-3D80-81025604B868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D591E33D-609F-98BF-CBF4-2E219FB1A374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26DAE26A-9EED-87FF-A733-316DD991E50E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412BFF12-24B5-B25F-4E3D-A3703385AABA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6F2D7AFB-0855-820B-1755-2E37581C5008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53EC76E5-8D30-E5A6-846F-F747B342BD91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C51E324-8040-B56F-19EE-15390A1B91F6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37330B30-BE41-18B6-0C17-437211E44E3A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E89CFAAB-22F7-EE4E-3FF7-BA70FA05DC0D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515F041E-0236-47F4-F62E-AD0208B76DB5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9C3396D8-8C0A-759C-40EB-211E00EEF448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DF4F2A55-C4C7-1C3C-3EA7-743931B439EC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871E0E5C-B63F-605D-9C8D-0D801BE75248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F47D0CFB-13F2-E77A-32B4-6C1B3738FF35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62C77D7F-A6BC-FDA8-55EE-9411989FA067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E1618C09-623C-100D-4112-AAC447CF2DAA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84C4ACE9-9EE1-5593-0E67-5542210A24EF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0713896F-F549-7EA6-5E50-43E76C5E0FC1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E9C428A9-ABAE-51E0-FA1A-9AC7D5F2928F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4F758423-0BB5-BCD5-A9C6-8BEF6E5EA770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BB8AA2CA-26CD-89A8-E42C-2D7CA8FA95BC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31BCD302-33E3-CDF3-E068-782708AD9A57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D7F4A464-198B-7253-9EE0-80DB68C7CCEA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A97ACBE5-3DD0-F324-554D-935975C19E59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369B00E9-E32C-60DE-4858-C8784B8F8B7A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691F1B74-18BC-7FE0-0BB1-41057FFB9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AFCE567-C4EF-005D-46BF-03DA111262B8}"/>
              </a:ext>
            </a:extLst>
          </p:cNvPr>
          <p:cNvSpPr/>
          <p:nvPr/>
        </p:nvSpPr>
        <p:spPr>
          <a:xfrm>
            <a:off x="4057752" y="3575985"/>
            <a:ext cx="1000868" cy="976754"/>
          </a:xfrm>
          <a:prstGeom prst="roundRect">
            <a:avLst/>
          </a:prstGeom>
          <a:solidFill>
            <a:schemeClr val="bg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8CBD752A-748E-E76D-CEA6-5A1A91EFC0E2}"/>
              </a:ext>
            </a:extLst>
          </p:cNvPr>
          <p:cNvSpPr/>
          <p:nvPr/>
        </p:nvSpPr>
        <p:spPr>
          <a:xfrm>
            <a:off x="4308704" y="4166836"/>
            <a:ext cx="124252" cy="127333"/>
          </a:xfrm>
          <a:prstGeom prst="roundRect">
            <a:avLst/>
          </a:prstGeom>
          <a:solidFill>
            <a:schemeClr val="accent6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65C6DC5-D988-B950-7EDB-F42779C5B309}"/>
              </a:ext>
            </a:extLst>
          </p:cNvPr>
          <p:cNvGrpSpPr/>
          <p:nvPr/>
        </p:nvGrpSpPr>
        <p:grpSpPr>
          <a:xfrm>
            <a:off x="4162007" y="3649809"/>
            <a:ext cx="807954" cy="780492"/>
            <a:chOff x="937408" y="4506810"/>
            <a:chExt cx="769396" cy="7432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D1DBEB6-31FE-7E6A-42DA-71BFADE05312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79232508-9254-9152-7A96-91AC0A1BE475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A89D897-FD8D-5E87-9B6F-F34B5D5C9325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9AF5989D-0EA8-2CA3-AB43-7F08B0BDCABC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9F2560D-EDE0-64C0-ACD4-825CA9337981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386E140-1E3D-20D9-67C3-01F185301865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6888BA1-66C0-124E-C109-470749FA759C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64A09FDA-1289-9F03-35A3-BDC19A153983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CCE584E-A5FE-05DD-5384-93B67244D66C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BFCCC3A-64BD-B2C9-86DB-81B37C37D26B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122E7702-E766-EA16-3720-1F811A23602A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274FC94-0E09-F78A-7CE9-91A63A832C1B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8A482F03-9D7C-B760-C730-4703515165AD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449B2848-DA20-EEB1-A944-CDBF62EBD81F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5911ACAA-AFD8-8064-C18E-826879340F03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8667DDA-26C3-7E96-EACA-8FB0A3780459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81910B89-159A-19CE-47D6-1D04E83D6ADB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AF8A7B95-53EC-2F4C-8705-607ED550A638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140B3EF-439B-B7E0-0725-3E32C4E5C8E3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4B6B38A-7DBA-FE59-DC54-88499A4AEE4A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98DF8D8F-1278-ECA4-759A-48FDCD914FE3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46B8022C-74E5-06B2-F81E-B9707278E202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637D23E3-508B-8A61-A1C2-64EEBF6BDC83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AB82569-CF95-49D8-566C-F5592C38AA69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8B3F66F0-3A41-2D96-1E8E-7A5B16F07618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0CE70EE2-2ABC-A929-C973-C6298439C6E9}"/>
              </a:ext>
            </a:extLst>
          </p:cNvPr>
          <p:cNvSpPr/>
          <p:nvPr/>
        </p:nvSpPr>
        <p:spPr>
          <a:xfrm>
            <a:off x="4307426" y="3786834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E021808-4BCC-F4AE-C35A-D69B01FA6AA5}"/>
              </a:ext>
            </a:extLst>
          </p:cNvPr>
          <p:cNvSpPr/>
          <p:nvPr/>
        </p:nvSpPr>
        <p:spPr>
          <a:xfrm>
            <a:off x="4697934" y="3980579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A98E072-9380-1552-198A-B1CD57C6E148}"/>
              </a:ext>
            </a:extLst>
          </p:cNvPr>
          <p:cNvSpPr/>
          <p:nvPr/>
        </p:nvSpPr>
        <p:spPr>
          <a:xfrm>
            <a:off x="4309927" y="3981835"/>
            <a:ext cx="124252" cy="127333"/>
          </a:xfrm>
          <a:prstGeom prst="roundRect">
            <a:avLst/>
          </a:prstGeom>
          <a:solidFill>
            <a:schemeClr val="accent6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97D5AE32-77EF-99A7-81BB-084AE5F12364}"/>
              </a:ext>
            </a:extLst>
          </p:cNvPr>
          <p:cNvSpPr/>
          <p:nvPr/>
        </p:nvSpPr>
        <p:spPr>
          <a:xfrm>
            <a:off x="6722602" y="4756642"/>
            <a:ext cx="1000868" cy="976754"/>
          </a:xfrm>
          <a:prstGeom prst="roundRect">
            <a:avLst/>
          </a:prstGeom>
          <a:solidFill>
            <a:schemeClr val="bg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069B790B-21F0-0A51-9063-8E85C151EAF8}"/>
              </a:ext>
            </a:extLst>
          </p:cNvPr>
          <p:cNvGrpSpPr/>
          <p:nvPr/>
        </p:nvGrpSpPr>
        <p:grpSpPr>
          <a:xfrm>
            <a:off x="6831555" y="4854773"/>
            <a:ext cx="807954" cy="780492"/>
            <a:chOff x="937408" y="4506810"/>
            <a:chExt cx="769396" cy="743244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5D0AD7CE-43EC-74BE-4571-16689B06CFBB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7FC63696-BFEB-6154-3001-590DC54E62D1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BDA647A7-07E2-E9B6-D527-0BB62C0D9740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1AD8653A-1AC0-BCA6-E146-F7A40EAA63A3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52DEC6D5-C27C-4609-6B97-C9848F6DFB62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2DDB6C4F-1774-60A1-E4A7-9CEEA80C00E8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8D8E8993-5990-8413-D817-498A44A87617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D4304EB-59FE-EF27-BA7F-B8103ED62001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D0E192A-7A45-FFDC-FD45-DED1334EFED2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3DB294A0-AA0F-B837-0CEF-F9A8634E51DA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3CAEC9F0-DBB5-F396-89EB-727DD0545CAA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FC6D676F-EAD3-4E46-BEC3-E75DE4C54E3E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588FDFC1-8AF7-8135-1997-AB3095962CF9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96752420-CC5F-EFA1-84FB-574ECA17F294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E0E9378F-1B1D-9146-F5C5-3A606F14B870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6D081697-220E-B716-88CB-751A25273CB4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15841B9-6B01-50DA-F956-382EAECC7820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0D4C869A-4676-5259-223E-16CBFFB928A1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2EA2D826-1175-AD82-746B-9D7ACC28319C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DA67E05F-A5E0-D914-651F-B0FDDC63A96B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8576D2B-56E3-9C11-3F3E-CD00F274A2D8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57AEDCF1-42AA-F924-04E2-E385E49CEE5F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9897D618-0FC6-7102-F3B8-9E4797BAE289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7F533E97-AD52-8D96-593E-2C1467EB64EB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926629F5-B9EB-2A14-9430-E884B8FD5C3E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73403441-09E5-E0FE-30E0-ACEC0EAD1208}"/>
              </a:ext>
            </a:extLst>
          </p:cNvPr>
          <p:cNvSpPr/>
          <p:nvPr/>
        </p:nvSpPr>
        <p:spPr>
          <a:xfrm>
            <a:off x="334074" y="4020742"/>
            <a:ext cx="6316983" cy="1359780"/>
          </a:xfrm>
          <a:custGeom>
            <a:avLst/>
            <a:gdLst>
              <a:gd name="connsiteX0" fmla="*/ 6316983 w 6316983"/>
              <a:gd name="connsiteY0" fmla="*/ 1222408 h 1222408"/>
              <a:gd name="connsiteX1" fmla="*/ 60562 w 6316983"/>
              <a:gd name="connsiteY1" fmla="*/ 529389 h 1222408"/>
              <a:gd name="connsiteX2" fmla="*/ 3679661 w 6316983"/>
              <a:gd name="connsiteY2" fmla="*/ 0 h 122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6983" h="1222408">
                <a:moveTo>
                  <a:pt x="6316983" y="1222408"/>
                </a:moveTo>
                <a:cubicBezTo>
                  <a:pt x="3408549" y="977766"/>
                  <a:pt x="500116" y="733124"/>
                  <a:pt x="60562" y="529389"/>
                </a:cubicBezTo>
                <a:cubicBezTo>
                  <a:pt x="-378992" y="325654"/>
                  <a:pt x="1650334" y="162827"/>
                  <a:pt x="3679661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16265D3-CB3C-101F-18A9-71EED14FCC0B}"/>
              </a:ext>
            </a:extLst>
          </p:cNvPr>
          <p:cNvSpPr/>
          <p:nvPr/>
        </p:nvSpPr>
        <p:spPr>
          <a:xfrm>
            <a:off x="4697934" y="4358110"/>
            <a:ext cx="124252" cy="127333"/>
          </a:xfrm>
          <a:prstGeom prst="roundRect">
            <a:avLst/>
          </a:prstGeom>
          <a:solidFill>
            <a:schemeClr val="accent2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196E02E-095F-DEA8-6F7F-C94043AD24C4}"/>
              </a:ext>
            </a:extLst>
          </p:cNvPr>
          <p:cNvSpPr/>
          <p:nvPr/>
        </p:nvSpPr>
        <p:spPr>
          <a:xfrm>
            <a:off x="4500909" y="3599270"/>
            <a:ext cx="124252" cy="127333"/>
          </a:xfrm>
          <a:prstGeom prst="roundRect">
            <a:avLst/>
          </a:prstGeom>
          <a:solidFill>
            <a:schemeClr val="accent4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9A11AC5-8424-A449-8655-555A6BC71806}"/>
              </a:ext>
            </a:extLst>
          </p:cNvPr>
          <p:cNvSpPr/>
          <p:nvPr/>
        </p:nvSpPr>
        <p:spPr>
          <a:xfrm>
            <a:off x="4697390" y="3792938"/>
            <a:ext cx="124252" cy="127333"/>
          </a:xfrm>
          <a:prstGeom prst="roundRect">
            <a:avLst/>
          </a:prstGeom>
          <a:solidFill>
            <a:schemeClr val="accent4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23A2947-6AF3-67B4-6645-8DF7EF403058}"/>
              </a:ext>
            </a:extLst>
          </p:cNvPr>
          <p:cNvSpPr/>
          <p:nvPr/>
        </p:nvSpPr>
        <p:spPr>
          <a:xfrm>
            <a:off x="4306752" y="3601310"/>
            <a:ext cx="124252" cy="127333"/>
          </a:xfrm>
          <a:prstGeom prst="roundRect">
            <a:avLst/>
          </a:prstGeom>
          <a:solidFill>
            <a:schemeClr val="bg2">
              <a:lumMod val="1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3001EBA-7767-0E63-4C4C-497296952E38}"/>
              </a:ext>
            </a:extLst>
          </p:cNvPr>
          <p:cNvSpPr/>
          <p:nvPr/>
        </p:nvSpPr>
        <p:spPr>
          <a:xfrm>
            <a:off x="4891287" y="4354445"/>
            <a:ext cx="124252" cy="127333"/>
          </a:xfrm>
          <a:prstGeom prst="roundRect">
            <a:avLst/>
          </a:prstGeom>
          <a:solidFill>
            <a:schemeClr val="bg2">
              <a:lumMod val="1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B6CD0DB-FE3A-7D19-8A68-1DBB3A06BA34}"/>
              </a:ext>
            </a:extLst>
          </p:cNvPr>
          <p:cNvSpPr/>
          <p:nvPr/>
        </p:nvSpPr>
        <p:spPr>
          <a:xfrm>
            <a:off x="4891287" y="4167289"/>
            <a:ext cx="124252" cy="127333"/>
          </a:xfrm>
          <a:prstGeom prst="roundRect">
            <a:avLst/>
          </a:prstGeom>
          <a:solidFill>
            <a:srgbClr val="7030A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799BABC-92AE-18EE-DE72-9A8D74656EEA}"/>
              </a:ext>
            </a:extLst>
          </p:cNvPr>
          <p:cNvSpPr/>
          <p:nvPr/>
        </p:nvSpPr>
        <p:spPr>
          <a:xfrm>
            <a:off x="4500909" y="4169238"/>
            <a:ext cx="124252" cy="127333"/>
          </a:xfrm>
          <a:prstGeom prst="roundRect">
            <a:avLst/>
          </a:prstGeom>
          <a:solidFill>
            <a:srgbClr val="7030A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7197201-0905-BBC3-4D42-7EE36D508454}"/>
              </a:ext>
            </a:extLst>
          </p:cNvPr>
          <p:cNvSpPr/>
          <p:nvPr/>
        </p:nvSpPr>
        <p:spPr>
          <a:xfrm>
            <a:off x="4115770" y="3602445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2B6B5FC-5A0E-3BA0-60F8-E780DCEE27BA}"/>
              </a:ext>
            </a:extLst>
          </p:cNvPr>
          <p:cNvSpPr/>
          <p:nvPr/>
        </p:nvSpPr>
        <p:spPr>
          <a:xfrm>
            <a:off x="4115770" y="3786833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6196C6F8-C237-0E48-1EEC-CD9DFFDC589A}"/>
              </a:ext>
            </a:extLst>
          </p:cNvPr>
          <p:cNvSpPr/>
          <p:nvPr/>
        </p:nvSpPr>
        <p:spPr>
          <a:xfrm>
            <a:off x="4115770" y="4164548"/>
            <a:ext cx="124252" cy="127333"/>
          </a:xfrm>
          <a:prstGeom prst="roundRect">
            <a:avLst/>
          </a:prstGeom>
          <a:solidFill>
            <a:srgbClr val="0095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2C47591-7829-40CB-3089-18DD546B39F2}"/>
              </a:ext>
            </a:extLst>
          </p:cNvPr>
          <p:cNvSpPr/>
          <p:nvPr/>
        </p:nvSpPr>
        <p:spPr>
          <a:xfrm>
            <a:off x="4115770" y="3979304"/>
            <a:ext cx="124252" cy="127333"/>
          </a:xfrm>
          <a:prstGeom prst="roundRect">
            <a:avLst/>
          </a:prstGeom>
          <a:solidFill>
            <a:srgbClr val="0095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4C3B35E-BC6E-7142-0A35-7538EBC7F03E}"/>
              </a:ext>
            </a:extLst>
          </p:cNvPr>
          <p:cNvSpPr/>
          <p:nvPr/>
        </p:nvSpPr>
        <p:spPr>
          <a:xfrm>
            <a:off x="4115770" y="4349792"/>
            <a:ext cx="124252" cy="127333"/>
          </a:xfrm>
          <a:prstGeom prst="roundRect">
            <a:avLst/>
          </a:prstGeom>
          <a:solidFill>
            <a:srgbClr val="F00095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A4FF1EC-F045-8C08-1680-BB5A006870E2}"/>
              </a:ext>
            </a:extLst>
          </p:cNvPr>
          <p:cNvSpPr/>
          <p:nvPr/>
        </p:nvSpPr>
        <p:spPr>
          <a:xfrm>
            <a:off x="4306752" y="4351837"/>
            <a:ext cx="124252" cy="127333"/>
          </a:xfrm>
          <a:prstGeom prst="roundRect">
            <a:avLst/>
          </a:prstGeom>
          <a:solidFill>
            <a:srgbClr val="F00095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A68FE2EE-EF49-0E0A-DE09-ADCB7B9FE15D}"/>
              </a:ext>
            </a:extLst>
          </p:cNvPr>
          <p:cNvSpPr/>
          <p:nvPr/>
        </p:nvSpPr>
        <p:spPr>
          <a:xfrm>
            <a:off x="4503260" y="4353391"/>
            <a:ext cx="124252" cy="127333"/>
          </a:xfrm>
          <a:prstGeom prst="roundRect">
            <a:avLst/>
          </a:prstGeom>
          <a:solidFill>
            <a:srgbClr val="C2281C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444B8ED-03FB-4BE9-E807-7BDBC2564C48}"/>
              </a:ext>
            </a:extLst>
          </p:cNvPr>
          <p:cNvSpPr/>
          <p:nvPr/>
        </p:nvSpPr>
        <p:spPr>
          <a:xfrm>
            <a:off x="4503260" y="3981834"/>
            <a:ext cx="124252" cy="127333"/>
          </a:xfrm>
          <a:prstGeom prst="roundRect">
            <a:avLst/>
          </a:prstGeom>
          <a:solidFill>
            <a:srgbClr val="C2281C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18B95F46-BCB5-B291-53EC-E22167DACD33}"/>
              </a:ext>
            </a:extLst>
          </p:cNvPr>
          <p:cNvSpPr/>
          <p:nvPr/>
        </p:nvSpPr>
        <p:spPr>
          <a:xfrm>
            <a:off x="4890750" y="3979304"/>
            <a:ext cx="124252" cy="127333"/>
          </a:xfrm>
          <a:prstGeom prst="roundRect">
            <a:avLst/>
          </a:prstGeom>
          <a:solidFill>
            <a:srgbClr val="000FBB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7DDCCE84-442C-EAAD-EBCA-AB436EA38F7C}"/>
              </a:ext>
            </a:extLst>
          </p:cNvPr>
          <p:cNvSpPr/>
          <p:nvPr/>
        </p:nvSpPr>
        <p:spPr>
          <a:xfrm>
            <a:off x="4890750" y="3799417"/>
            <a:ext cx="124252" cy="127333"/>
          </a:xfrm>
          <a:prstGeom prst="roundRect">
            <a:avLst/>
          </a:prstGeom>
          <a:solidFill>
            <a:srgbClr val="000FBB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1DCA785B-4732-8838-130A-97A0EB9DDE08}"/>
              </a:ext>
            </a:extLst>
          </p:cNvPr>
          <p:cNvSpPr/>
          <p:nvPr/>
        </p:nvSpPr>
        <p:spPr>
          <a:xfrm>
            <a:off x="4505734" y="3792938"/>
            <a:ext cx="124252" cy="127333"/>
          </a:xfrm>
          <a:prstGeom prst="roundRect">
            <a:avLst/>
          </a:prstGeom>
          <a:solidFill>
            <a:srgbClr val="00DFD2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121B8096-E566-0D2C-4A31-49A96E701F24}"/>
              </a:ext>
            </a:extLst>
          </p:cNvPr>
          <p:cNvSpPr/>
          <p:nvPr/>
        </p:nvSpPr>
        <p:spPr>
          <a:xfrm>
            <a:off x="4697599" y="3601473"/>
            <a:ext cx="124252" cy="127333"/>
          </a:xfrm>
          <a:prstGeom prst="roundRect">
            <a:avLst/>
          </a:prstGeom>
          <a:solidFill>
            <a:srgbClr val="00DFD2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A77E577-84FB-F631-2B68-2E4CBAC462E2}"/>
              </a:ext>
            </a:extLst>
          </p:cNvPr>
          <p:cNvSpPr/>
          <p:nvPr/>
        </p:nvSpPr>
        <p:spPr>
          <a:xfrm>
            <a:off x="4887622" y="3612204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FD2138FA-D56A-7DE2-9BAB-27D4EB193666}"/>
              </a:ext>
            </a:extLst>
          </p:cNvPr>
          <p:cNvSpPr/>
          <p:nvPr/>
        </p:nvSpPr>
        <p:spPr>
          <a:xfrm>
            <a:off x="4695490" y="4164791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9" name="Picture 6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B3415AB4-E2CA-E087-FCC1-48DE824CD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131" y="5768719"/>
            <a:ext cx="208699" cy="262664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072CC3A-1334-3AFF-3BB5-BF7FB254579A}"/>
              </a:ext>
            </a:extLst>
          </p:cNvPr>
          <p:cNvSpPr/>
          <p:nvPr/>
        </p:nvSpPr>
        <p:spPr>
          <a:xfrm>
            <a:off x="4367894" y="4992029"/>
            <a:ext cx="667429" cy="252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riangle 5">
            <a:extLst>
              <a:ext uri="{FF2B5EF4-FFF2-40B4-BE49-F238E27FC236}">
                <a16:creationId xmlns:a16="http://schemas.microsoft.com/office/drawing/2014/main" id="{D3C72305-96E1-388E-71D2-FB529E8316F2}"/>
              </a:ext>
            </a:extLst>
          </p:cNvPr>
          <p:cNvSpPr/>
          <p:nvPr/>
        </p:nvSpPr>
        <p:spPr>
          <a:xfrm rot="16520602">
            <a:off x="4984814" y="5181971"/>
            <a:ext cx="88894" cy="680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60456E-0BD6-9F80-6C65-4927030DED85}"/>
              </a:ext>
            </a:extLst>
          </p:cNvPr>
          <p:cNvSpPr txBox="1"/>
          <p:nvPr/>
        </p:nvSpPr>
        <p:spPr>
          <a:xfrm>
            <a:off x="4357503" y="4585846"/>
            <a:ext cx="6337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…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0C4F57FF-9824-1A3B-BA54-BA4A065EBCE8}"/>
              </a:ext>
            </a:extLst>
          </p:cNvPr>
          <p:cNvSpPr/>
          <p:nvPr/>
        </p:nvSpPr>
        <p:spPr>
          <a:xfrm>
            <a:off x="2651146" y="2512194"/>
            <a:ext cx="6120307" cy="1453414"/>
          </a:xfrm>
          <a:custGeom>
            <a:avLst/>
            <a:gdLst>
              <a:gd name="connsiteX0" fmla="*/ 2348564 w 5912272"/>
              <a:gd name="connsiteY0" fmla="*/ 1376412 h 1376412"/>
              <a:gd name="connsiteX1" fmla="*/ 5861786 w 5912272"/>
              <a:gd name="connsiteY1" fmla="*/ 885524 h 1376412"/>
              <a:gd name="connsiteX2" fmla="*/ 0 w 5912272"/>
              <a:gd name="connsiteY2" fmla="*/ 0 h 137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272" h="1376412">
                <a:moveTo>
                  <a:pt x="2348564" y="1376412"/>
                </a:moveTo>
                <a:cubicBezTo>
                  <a:pt x="4300888" y="1245669"/>
                  <a:pt x="6253213" y="1114926"/>
                  <a:pt x="5861786" y="885524"/>
                </a:cubicBezTo>
                <a:cubicBezTo>
                  <a:pt x="5470359" y="656122"/>
                  <a:pt x="962526" y="144379"/>
                  <a:pt x="0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5249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5D5F-2B79-08F1-BABF-251E541E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itle 88">
            <a:extLst>
              <a:ext uri="{FF2B5EF4-FFF2-40B4-BE49-F238E27FC236}">
                <a16:creationId xmlns:a16="http://schemas.microsoft.com/office/drawing/2014/main" id="{640AAD9B-5759-6A4F-5399-F3571B58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Extending to the Gibbs State</a:t>
            </a:r>
          </a:p>
        </p:txBody>
      </p:sp>
      <p:grpSp>
        <p:nvGrpSpPr>
          <p:cNvPr id="328" name="Group 327">
            <a:extLst>
              <a:ext uri="{FF2B5EF4-FFF2-40B4-BE49-F238E27FC236}">
                <a16:creationId xmlns:a16="http://schemas.microsoft.com/office/drawing/2014/main" id="{AF2FB3AC-B2E8-CA60-787B-56944F0B604C}"/>
              </a:ext>
            </a:extLst>
          </p:cNvPr>
          <p:cNvGrpSpPr/>
          <p:nvPr/>
        </p:nvGrpSpPr>
        <p:grpSpPr>
          <a:xfrm>
            <a:off x="1717863" y="2145180"/>
            <a:ext cx="807954" cy="780492"/>
            <a:chOff x="937408" y="4506810"/>
            <a:chExt cx="769396" cy="743244"/>
          </a:xfrm>
        </p:grpSpPr>
        <p:sp>
          <p:nvSpPr>
            <p:cNvPr id="329" name="Oval 328">
              <a:extLst>
                <a:ext uri="{FF2B5EF4-FFF2-40B4-BE49-F238E27FC236}">
                  <a16:creationId xmlns:a16="http://schemas.microsoft.com/office/drawing/2014/main" id="{6CC1D3D0-3F6D-BFDF-9E7E-8967CD7846B4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0" name="Oval 329">
              <a:extLst>
                <a:ext uri="{FF2B5EF4-FFF2-40B4-BE49-F238E27FC236}">
                  <a16:creationId xmlns:a16="http://schemas.microsoft.com/office/drawing/2014/main" id="{FCB89F82-A9E9-7FB7-CF36-27517D5C25CA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1" name="Oval 330">
              <a:extLst>
                <a:ext uri="{FF2B5EF4-FFF2-40B4-BE49-F238E27FC236}">
                  <a16:creationId xmlns:a16="http://schemas.microsoft.com/office/drawing/2014/main" id="{43EE1AD3-C8E3-6DAB-6780-8CF76FBA8E16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2" name="Oval 331">
              <a:extLst>
                <a:ext uri="{FF2B5EF4-FFF2-40B4-BE49-F238E27FC236}">
                  <a16:creationId xmlns:a16="http://schemas.microsoft.com/office/drawing/2014/main" id="{08245215-A5A4-2293-E8E3-F0A25735C40D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3" name="Oval 332">
              <a:extLst>
                <a:ext uri="{FF2B5EF4-FFF2-40B4-BE49-F238E27FC236}">
                  <a16:creationId xmlns:a16="http://schemas.microsoft.com/office/drawing/2014/main" id="{27F6921C-502C-C4A8-536D-939AB05ECC61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4" name="Oval 333">
              <a:extLst>
                <a:ext uri="{FF2B5EF4-FFF2-40B4-BE49-F238E27FC236}">
                  <a16:creationId xmlns:a16="http://schemas.microsoft.com/office/drawing/2014/main" id="{B60E1BF7-D8CE-B9EC-9CBD-00A5E327A9EB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5" name="Oval 334">
              <a:extLst>
                <a:ext uri="{FF2B5EF4-FFF2-40B4-BE49-F238E27FC236}">
                  <a16:creationId xmlns:a16="http://schemas.microsoft.com/office/drawing/2014/main" id="{B5A83FE3-DFB9-5008-DCF7-88FECE9AC46E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6" name="Oval 335">
              <a:extLst>
                <a:ext uri="{FF2B5EF4-FFF2-40B4-BE49-F238E27FC236}">
                  <a16:creationId xmlns:a16="http://schemas.microsoft.com/office/drawing/2014/main" id="{256A8A1B-64B3-F4E1-91A1-F14E0863BB65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7" name="Oval 336">
              <a:extLst>
                <a:ext uri="{FF2B5EF4-FFF2-40B4-BE49-F238E27FC236}">
                  <a16:creationId xmlns:a16="http://schemas.microsoft.com/office/drawing/2014/main" id="{E7F94E87-3E53-9F50-3BDE-4E75229FEE23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Oval 337">
              <a:extLst>
                <a:ext uri="{FF2B5EF4-FFF2-40B4-BE49-F238E27FC236}">
                  <a16:creationId xmlns:a16="http://schemas.microsoft.com/office/drawing/2014/main" id="{2DDFE22C-7520-1439-477E-3C7D00816043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9" name="Oval 338">
              <a:extLst>
                <a:ext uri="{FF2B5EF4-FFF2-40B4-BE49-F238E27FC236}">
                  <a16:creationId xmlns:a16="http://schemas.microsoft.com/office/drawing/2014/main" id="{25553561-1AA4-BB14-8042-2151D153FD41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819888BF-43AA-9B69-16BB-F261B8AF763B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1" name="Oval 340">
              <a:extLst>
                <a:ext uri="{FF2B5EF4-FFF2-40B4-BE49-F238E27FC236}">
                  <a16:creationId xmlns:a16="http://schemas.microsoft.com/office/drawing/2014/main" id="{4A69E389-AEAB-37BA-FBAD-2441FF807A10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2" name="Oval 341">
              <a:extLst>
                <a:ext uri="{FF2B5EF4-FFF2-40B4-BE49-F238E27FC236}">
                  <a16:creationId xmlns:a16="http://schemas.microsoft.com/office/drawing/2014/main" id="{F4DF23A4-0FC8-0790-4724-5432956BB2D9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3" name="Oval 342">
              <a:extLst>
                <a:ext uri="{FF2B5EF4-FFF2-40B4-BE49-F238E27FC236}">
                  <a16:creationId xmlns:a16="http://schemas.microsoft.com/office/drawing/2014/main" id="{100EA907-8DB4-E612-A3E1-8D519F3CBD8F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4" name="Oval 343">
              <a:extLst>
                <a:ext uri="{FF2B5EF4-FFF2-40B4-BE49-F238E27FC236}">
                  <a16:creationId xmlns:a16="http://schemas.microsoft.com/office/drawing/2014/main" id="{643BCD1B-1754-DB33-A3D3-31EF60CDE0ED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Oval 344">
              <a:extLst>
                <a:ext uri="{FF2B5EF4-FFF2-40B4-BE49-F238E27FC236}">
                  <a16:creationId xmlns:a16="http://schemas.microsoft.com/office/drawing/2014/main" id="{48AC1775-C964-6304-6F3F-6ED5D9CBD423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6" name="Oval 345">
              <a:extLst>
                <a:ext uri="{FF2B5EF4-FFF2-40B4-BE49-F238E27FC236}">
                  <a16:creationId xmlns:a16="http://schemas.microsoft.com/office/drawing/2014/main" id="{55F1D58E-48FA-96E6-6E8B-E3A4EDBC4623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7" name="Oval 346">
              <a:extLst>
                <a:ext uri="{FF2B5EF4-FFF2-40B4-BE49-F238E27FC236}">
                  <a16:creationId xmlns:a16="http://schemas.microsoft.com/office/drawing/2014/main" id="{476C40F3-C8D0-FF60-4703-D1BF9EC00B3B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8" name="Oval 347">
              <a:extLst>
                <a:ext uri="{FF2B5EF4-FFF2-40B4-BE49-F238E27FC236}">
                  <a16:creationId xmlns:a16="http://schemas.microsoft.com/office/drawing/2014/main" id="{57DCE0FF-527F-64D0-BBA7-26E851F93089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9" name="Oval 348">
              <a:extLst>
                <a:ext uri="{FF2B5EF4-FFF2-40B4-BE49-F238E27FC236}">
                  <a16:creationId xmlns:a16="http://schemas.microsoft.com/office/drawing/2014/main" id="{D9B00FFD-76A0-1D35-3708-47587397342E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0" name="Oval 349">
              <a:extLst>
                <a:ext uri="{FF2B5EF4-FFF2-40B4-BE49-F238E27FC236}">
                  <a16:creationId xmlns:a16="http://schemas.microsoft.com/office/drawing/2014/main" id="{2F2E87F0-3443-E5CE-6F83-D94E256BD02B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1" name="Oval 350">
              <a:extLst>
                <a:ext uri="{FF2B5EF4-FFF2-40B4-BE49-F238E27FC236}">
                  <a16:creationId xmlns:a16="http://schemas.microsoft.com/office/drawing/2014/main" id="{8EDE42EC-2EB4-2E71-281F-A7401513A63B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2" name="Oval 351">
              <a:extLst>
                <a:ext uri="{FF2B5EF4-FFF2-40B4-BE49-F238E27FC236}">
                  <a16:creationId xmlns:a16="http://schemas.microsoft.com/office/drawing/2014/main" id="{D469F121-2D91-8A82-C114-870F4684F717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3" name="Oval 352">
              <a:extLst>
                <a:ext uri="{FF2B5EF4-FFF2-40B4-BE49-F238E27FC236}">
                  <a16:creationId xmlns:a16="http://schemas.microsoft.com/office/drawing/2014/main" id="{A2871010-2CE0-3026-72AD-AB931C0DCA96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9" name="Rounded Rectangle 378">
            <a:extLst>
              <a:ext uri="{FF2B5EF4-FFF2-40B4-BE49-F238E27FC236}">
                <a16:creationId xmlns:a16="http://schemas.microsoft.com/office/drawing/2014/main" id="{7642D7C8-4585-4B31-4C87-2A364FB9A1AB}"/>
              </a:ext>
            </a:extLst>
          </p:cNvPr>
          <p:cNvSpPr/>
          <p:nvPr/>
        </p:nvSpPr>
        <p:spPr>
          <a:xfrm>
            <a:off x="1606891" y="2056458"/>
            <a:ext cx="1000868" cy="976754"/>
          </a:xfrm>
          <a:prstGeom prst="roundRect">
            <a:avLst/>
          </a:prstGeom>
          <a:solidFill>
            <a:schemeClr val="accent6">
              <a:lumMod val="60000"/>
              <a:lumOff val="40000"/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1" name="Picture 380" descr="A black and white math equation&#10;&#10;AI-generated content may be incorrect.">
            <a:extLst>
              <a:ext uri="{FF2B5EF4-FFF2-40B4-BE49-F238E27FC236}">
                <a16:creationId xmlns:a16="http://schemas.microsoft.com/office/drawing/2014/main" id="{71258F5F-C814-CE97-DD4E-611A7855C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13" y="3128227"/>
            <a:ext cx="706423" cy="39061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CBFE890-082D-F82F-4861-A56BE82223D4}"/>
              </a:ext>
            </a:extLst>
          </p:cNvPr>
          <p:cNvSpPr/>
          <p:nvPr/>
        </p:nvSpPr>
        <p:spPr>
          <a:xfrm>
            <a:off x="4057752" y="3575985"/>
            <a:ext cx="1000868" cy="976754"/>
          </a:xfrm>
          <a:prstGeom prst="roundRect">
            <a:avLst/>
          </a:prstGeom>
          <a:solidFill>
            <a:schemeClr val="bg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A2BC9E0D-BE2B-F0C9-D665-4A20D1422E85}"/>
              </a:ext>
            </a:extLst>
          </p:cNvPr>
          <p:cNvSpPr/>
          <p:nvPr/>
        </p:nvSpPr>
        <p:spPr>
          <a:xfrm>
            <a:off x="4308704" y="4166836"/>
            <a:ext cx="124252" cy="127333"/>
          </a:xfrm>
          <a:prstGeom prst="roundRect">
            <a:avLst/>
          </a:prstGeom>
          <a:solidFill>
            <a:schemeClr val="accent6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751A5F6-C81A-B6EA-2D8D-EFB1F0B06354}"/>
              </a:ext>
            </a:extLst>
          </p:cNvPr>
          <p:cNvGrpSpPr/>
          <p:nvPr/>
        </p:nvGrpSpPr>
        <p:grpSpPr>
          <a:xfrm>
            <a:off x="4162007" y="3649809"/>
            <a:ext cx="807954" cy="780492"/>
            <a:chOff x="937408" y="4506810"/>
            <a:chExt cx="769396" cy="743244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3114721-DEAE-F3DA-D980-811911E19AB7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DA56F2C-FDF9-7F65-A047-5232926EDFA2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21FE66E5-C6EF-503D-866C-D22B125624C4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C2C1142-EEB9-DA9E-5206-BC3EB04A9522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C1469EDC-103C-26B4-C1BC-69044E463D02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B5C382D4-AB1C-374C-9B7D-E7821CA991B6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FDDDF7E-A2C9-6096-E903-93523B5CF54C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36C38806-8B97-1670-3D04-7AB59249106D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CB6E8EB-EEC4-E185-C941-6FA4AD451B83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6824AC61-AE45-D044-3415-E497DB0E624A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01D9F47B-2F3D-378A-EAB8-7655A462CE1A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954CDEE-68E2-811D-4CCD-703FAE3EDE19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FFE9E5AE-B257-7035-8891-FC873D49AE6D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E9F58170-1AE5-2732-339B-2866645F0E62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469FACA-B20F-548C-CF08-D9ED9541A4A9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88065E6A-D189-5258-A354-58B0A7A93355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F9C5AE86-8685-029E-2B5E-3CF94A2E445D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6D858DE-192E-2FBE-F042-17965FEC447B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99C20B74-8B28-CAB3-2206-310EEE4F1B2B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5AE956DE-F2EB-8749-EF46-34DF23DAD0E0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894527F2-2429-48EE-8063-588C8F939C89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551EDA6F-E432-8C8E-5C2D-DED744BF95F5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DD4BED5B-48E7-97ED-9B98-E962F659AE66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357F8DF0-9752-D179-2CA2-EF396320669C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450761B8-4F01-4315-C64A-9BF003550378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54B8BC18-982C-FFBD-C54A-B85BD96F05A1}"/>
              </a:ext>
            </a:extLst>
          </p:cNvPr>
          <p:cNvSpPr/>
          <p:nvPr/>
        </p:nvSpPr>
        <p:spPr>
          <a:xfrm>
            <a:off x="4307426" y="3786834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B20E7DE-DA32-CCC1-E813-FC212CFB5A4C}"/>
              </a:ext>
            </a:extLst>
          </p:cNvPr>
          <p:cNvSpPr/>
          <p:nvPr/>
        </p:nvSpPr>
        <p:spPr>
          <a:xfrm>
            <a:off x="4697934" y="3980579"/>
            <a:ext cx="124252" cy="127333"/>
          </a:xfrm>
          <a:prstGeom prst="roundRect">
            <a:avLst/>
          </a:prstGeom>
          <a:solidFill>
            <a:schemeClr val="accent1">
              <a:lumMod val="75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599F0529-AA15-F0B1-E4DF-F778790171C7}"/>
              </a:ext>
            </a:extLst>
          </p:cNvPr>
          <p:cNvSpPr/>
          <p:nvPr/>
        </p:nvSpPr>
        <p:spPr>
          <a:xfrm>
            <a:off x="4309927" y="3981835"/>
            <a:ext cx="124252" cy="127333"/>
          </a:xfrm>
          <a:prstGeom prst="roundRect">
            <a:avLst/>
          </a:prstGeom>
          <a:solidFill>
            <a:schemeClr val="accent6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Rounded Rectangle 105">
            <a:extLst>
              <a:ext uri="{FF2B5EF4-FFF2-40B4-BE49-F238E27FC236}">
                <a16:creationId xmlns:a16="http://schemas.microsoft.com/office/drawing/2014/main" id="{0FAABB03-1E38-F997-DBB1-81C05E645908}"/>
              </a:ext>
            </a:extLst>
          </p:cNvPr>
          <p:cNvSpPr/>
          <p:nvPr/>
        </p:nvSpPr>
        <p:spPr>
          <a:xfrm>
            <a:off x="6722602" y="4756642"/>
            <a:ext cx="1000868" cy="976754"/>
          </a:xfrm>
          <a:prstGeom prst="roundRect">
            <a:avLst/>
          </a:prstGeom>
          <a:solidFill>
            <a:schemeClr val="bg1">
              <a:alpha val="41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D5D9CD3D-9A9E-2CE4-7D6A-1C8E8BE5F672}"/>
              </a:ext>
            </a:extLst>
          </p:cNvPr>
          <p:cNvGrpSpPr/>
          <p:nvPr/>
        </p:nvGrpSpPr>
        <p:grpSpPr>
          <a:xfrm>
            <a:off x="6831555" y="4854773"/>
            <a:ext cx="807954" cy="780492"/>
            <a:chOff x="937408" y="4506810"/>
            <a:chExt cx="769396" cy="743244"/>
          </a:xfrm>
        </p:grpSpPr>
        <p:sp>
          <p:nvSpPr>
            <p:cNvPr id="188" name="Oval 187">
              <a:extLst>
                <a:ext uri="{FF2B5EF4-FFF2-40B4-BE49-F238E27FC236}">
                  <a16:creationId xmlns:a16="http://schemas.microsoft.com/office/drawing/2014/main" id="{85609DAC-1C6B-12A2-5A81-D3D2C729E8E6}"/>
                </a:ext>
              </a:extLst>
            </p:cNvPr>
            <p:cNvSpPr/>
            <p:nvPr/>
          </p:nvSpPr>
          <p:spPr>
            <a:xfrm>
              <a:off x="937408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2473983A-6867-9B04-64D8-61DDBBB4781A}"/>
                </a:ext>
              </a:extLst>
            </p:cNvPr>
            <p:cNvSpPr/>
            <p:nvPr/>
          </p:nvSpPr>
          <p:spPr>
            <a:xfrm>
              <a:off x="1122846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1A502CFE-2D77-0BA9-5508-9091EC97A62C}"/>
                </a:ext>
              </a:extLst>
            </p:cNvPr>
            <p:cNvSpPr/>
            <p:nvPr/>
          </p:nvSpPr>
          <p:spPr>
            <a:xfrm>
              <a:off x="1308284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DEE46458-7959-DD40-8D96-C7ADCBE175CB}"/>
                </a:ext>
              </a:extLst>
            </p:cNvPr>
            <p:cNvSpPr/>
            <p:nvPr/>
          </p:nvSpPr>
          <p:spPr>
            <a:xfrm>
              <a:off x="1493723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B6F57F3F-7263-01F3-929A-E2FDFD0FA434}"/>
                </a:ext>
              </a:extLst>
            </p:cNvPr>
            <p:cNvSpPr/>
            <p:nvPr/>
          </p:nvSpPr>
          <p:spPr>
            <a:xfrm>
              <a:off x="1679161" y="45068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E1007610-BF26-6A41-60F6-95D06DB8906E}"/>
                </a:ext>
              </a:extLst>
            </p:cNvPr>
            <p:cNvSpPr/>
            <p:nvPr/>
          </p:nvSpPr>
          <p:spPr>
            <a:xfrm>
              <a:off x="937408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900E6A27-5381-E94B-BFE5-1A0AB5380AC6}"/>
                </a:ext>
              </a:extLst>
            </p:cNvPr>
            <p:cNvSpPr/>
            <p:nvPr/>
          </p:nvSpPr>
          <p:spPr>
            <a:xfrm>
              <a:off x="1122846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BB71F757-FC72-3F05-4200-F6F47BB2EB9B}"/>
                </a:ext>
              </a:extLst>
            </p:cNvPr>
            <p:cNvSpPr/>
            <p:nvPr/>
          </p:nvSpPr>
          <p:spPr>
            <a:xfrm>
              <a:off x="1308284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9D254681-2EFF-12E3-3915-FB57F341C249}"/>
                </a:ext>
              </a:extLst>
            </p:cNvPr>
            <p:cNvSpPr/>
            <p:nvPr/>
          </p:nvSpPr>
          <p:spPr>
            <a:xfrm>
              <a:off x="1493723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998AA33A-EB42-5151-BF1F-16BC4F699061}"/>
                </a:ext>
              </a:extLst>
            </p:cNvPr>
            <p:cNvSpPr/>
            <p:nvPr/>
          </p:nvSpPr>
          <p:spPr>
            <a:xfrm>
              <a:off x="1679161" y="46857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27D86523-FA28-E296-ED82-72F8D53AF239}"/>
                </a:ext>
              </a:extLst>
            </p:cNvPr>
            <p:cNvSpPr/>
            <p:nvPr/>
          </p:nvSpPr>
          <p:spPr>
            <a:xfrm>
              <a:off x="937408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EDD1B6C8-FD5F-03A9-39E0-E788C6C6BAB0}"/>
                </a:ext>
              </a:extLst>
            </p:cNvPr>
            <p:cNvSpPr/>
            <p:nvPr/>
          </p:nvSpPr>
          <p:spPr>
            <a:xfrm>
              <a:off x="1122846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2864FC4F-C10A-F7AC-DD58-1ACB39681F9F}"/>
                </a:ext>
              </a:extLst>
            </p:cNvPr>
            <p:cNvSpPr/>
            <p:nvPr/>
          </p:nvSpPr>
          <p:spPr>
            <a:xfrm>
              <a:off x="1308284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47A2243-F5D3-2C07-C6F2-CD91CB22C0CE}"/>
                </a:ext>
              </a:extLst>
            </p:cNvPr>
            <p:cNvSpPr/>
            <p:nvPr/>
          </p:nvSpPr>
          <p:spPr>
            <a:xfrm>
              <a:off x="1493723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CD343069-4AA6-0967-DD3A-337B06642E6D}"/>
                </a:ext>
              </a:extLst>
            </p:cNvPr>
            <p:cNvSpPr/>
            <p:nvPr/>
          </p:nvSpPr>
          <p:spPr>
            <a:xfrm>
              <a:off x="1679161" y="4864610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8FCFD9CB-8590-9EB2-E03E-141019EE222E}"/>
                </a:ext>
              </a:extLst>
            </p:cNvPr>
            <p:cNvSpPr/>
            <p:nvPr/>
          </p:nvSpPr>
          <p:spPr>
            <a:xfrm>
              <a:off x="937408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1DFA50B-EA9A-BC0D-2C24-9E07983B0646}"/>
                </a:ext>
              </a:extLst>
            </p:cNvPr>
            <p:cNvSpPr/>
            <p:nvPr/>
          </p:nvSpPr>
          <p:spPr>
            <a:xfrm>
              <a:off x="1122846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BE50A48D-F6D9-156C-8C34-B9CE72889E9C}"/>
                </a:ext>
              </a:extLst>
            </p:cNvPr>
            <p:cNvSpPr/>
            <p:nvPr/>
          </p:nvSpPr>
          <p:spPr>
            <a:xfrm>
              <a:off x="1308284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Oval 205">
              <a:extLst>
                <a:ext uri="{FF2B5EF4-FFF2-40B4-BE49-F238E27FC236}">
                  <a16:creationId xmlns:a16="http://schemas.microsoft.com/office/drawing/2014/main" id="{0C357605-D0BF-9F88-1349-71FB75D3E7E8}"/>
                </a:ext>
              </a:extLst>
            </p:cNvPr>
            <p:cNvSpPr/>
            <p:nvPr/>
          </p:nvSpPr>
          <p:spPr>
            <a:xfrm>
              <a:off x="1493723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93034A8A-3879-BD51-C874-ACFC66CF1341}"/>
                </a:ext>
              </a:extLst>
            </p:cNvPr>
            <p:cNvSpPr/>
            <p:nvPr/>
          </p:nvSpPr>
          <p:spPr>
            <a:xfrm>
              <a:off x="1679161" y="50435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Oval 207">
              <a:extLst>
                <a:ext uri="{FF2B5EF4-FFF2-40B4-BE49-F238E27FC236}">
                  <a16:creationId xmlns:a16="http://schemas.microsoft.com/office/drawing/2014/main" id="{8690CECC-94E7-EAAB-5A12-C33ED43F4E1F}"/>
                </a:ext>
              </a:extLst>
            </p:cNvPr>
            <p:cNvSpPr/>
            <p:nvPr/>
          </p:nvSpPr>
          <p:spPr>
            <a:xfrm>
              <a:off x="937408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Oval 208">
              <a:extLst>
                <a:ext uri="{FF2B5EF4-FFF2-40B4-BE49-F238E27FC236}">
                  <a16:creationId xmlns:a16="http://schemas.microsoft.com/office/drawing/2014/main" id="{EF26DB7F-1956-3CB5-361C-BD6542BC4D67}"/>
                </a:ext>
              </a:extLst>
            </p:cNvPr>
            <p:cNvSpPr/>
            <p:nvPr/>
          </p:nvSpPr>
          <p:spPr>
            <a:xfrm>
              <a:off x="1122846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FB804341-1328-E5D1-1003-E750D1590465}"/>
                </a:ext>
              </a:extLst>
            </p:cNvPr>
            <p:cNvSpPr/>
            <p:nvPr/>
          </p:nvSpPr>
          <p:spPr>
            <a:xfrm>
              <a:off x="1308284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7B6A74ED-081D-C6F4-59A8-7CAF41F20A5B}"/>
                </a:ext>
              </a:extLst>
            </p:cNvPr>
            <p:cNvSpPr/>
            <p:nvPr/>
          </p:nvSpPr>
          <p:spPr>
            <a:xfrm>
              <a:off x="1493723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69EEF652-BB95-20A3-3B27-0194E706F3DF}"/>
                </a:ext>
              </a:extLst>
            </p:cNvPr>
            <p:cNvSpPr/>
            <p:nvPr/>
          </p:nvSpPr>
          <p:spPr>
            <a:xfrm>
              <a:off x="1679161" y="5222411"/>
              <a:ext cx="27643" cy="27643"/>
            </a:xfrm>
            <a:prstGeom prst="ellipse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Freeform 6">
            <a:extLst>
              <a:ext uri="{FF2B5EF4-FFF2-40B4-BE49-F238E27FC236}">
                <a16:creationId xmlns:a16="http://schemas.microsoft.com/office/drawing/2014/main" id="{D82C7914-5949-97AE-B92D-E91266752827}"/>
              </a:ext>
            </a:extLst>
          </p:cNvPr>
          <p:cNvSpPr/>
          <p:nvPr/>
        </p:nvSpPr>
        <p:spPr>
          <a:xfrm>
            <a:off x="334074" y="4020742"/>
            <a:ext cx="6316983" cy="1359780"/>
          </a:xfrm>
          <a:custGeom>
            <a:avLst/>
            <a:gdLst>
              <a:gd name="connsiteX0" fmla="*/ 6316983 w 6316983"/>
              <a:gd name="connsiteY0" fmla="*/ 1222408 h 1222408"/>
              <a:gd name="connsiteX1" fmla="*/ 60562 w 6316983"/>
              <a:gd name="connsiteY1" fmla="*/ 529389 h 1222408"/>
              <a:gd name="connsiteX2" fmla="*/ 3679661 w 6316983"/>
              <a:gd name="connsiteY2" fmla="*/ 0 h 12224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16983" h="1222408">
                <a:moveTo>
                  <a:pt x="6316983" y="1222408"/>
                </a:moveTo>
                <a:cubicBezTo>
                  <a:pt x="3408549" y="977766"/>
                  <a:pt x="500116" y="733124"/>
                  <a:pt x="60562" y="529389"/>
                </a:cubicBezTo>
                <a:cubicBezTo>
                  <a:pt x="-378992" y="325654"/>
                  <a:pt x="1650334" y="162827"/>
                  <a:pt x="3679661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0D1DA43-A3F0-6CB5-E1C2-A0EB2A051987}"/>
              </a:ext>
            </a:extLst>
          </p:cNvPr>
          <p:cNvSpPr/>
          <p:nvPr/>
        </p:nvSpPr>
        <p:spPr>
          <a:xfrm>
            <a:off x="4697934" y="4358110"/>
            <a:ext cx="124252" cy="127333"/>
          </a:xfrm>
          <a:prstGeom prst="roundRect">
            <a:avLst/>
          </a:prstGeom>
          <a:solidFill>
            <a:schemeClr val="accent2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0CA1C81-455E-B433-E244-7626AD0AEB24}"/>
              </a:ext>
            </a:extLst>
          </p:cNvPr>
          <p:cNvSpPr/>
          <p:nvPr/>
        </p:nvSpPr>
        <p:spPr>
          <a:xfrm>
            <a:off x="4500909" y="3599270"/>
            <a:ext cx="124252" cy="127333"/>
          </a:xfrm>
          <a:prstGeom prst="roundRect">
            <a:avLst/>
          </a:prstGeom>
          <a:solidFill>
            <a:schemeClr val="accent4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30FDA4A-1CB6-287A-D054-BFFDC1BC307C}"/>
              </a:ext>
            </a:extLst>
          </p:cNvPr>
          <p:cNvSpPr/>
          <p:nvPr/>
        </p:nvSpPr>
        <p:spPr>
          <a:xfrm>
            <a:off x="4697390" y="3792938"/>
            <a:ext cx="124252" cy="127333"/>
          </a:xfrm>
          <a:prstGeom prst="roundRect">
            <a:avLst/>
          </a:prstGeom>
          <a:solidFill>
            <a:schemeClr val="accent4">
              <a:lumMod val="5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C74CCA9-AAEE-75E4-6E19-0E7DB915D246}"/>
              </a:ext>
            </a:extLst>
          </p:cNvPr>
          <p:cNvSpPr/>
          <p:nvPr/>
        </p:nvSpPr>
        <p:spPr>
          <a:xfrm>
            <a:off x="4306752" y="3601310"/>
            <a:ext cx="124252" cy="127333"/>
          </a:xfrm>
          <a:prstGeom prst="roundRect">
            <a:avLst/>
          </a:prstGeom>
          <a:solidFill>
            <a:schemeClr val="bg2">
              <a:lumMod val="1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9A2E70D1-EFD3-C45E-5CA4-F70829D98144}"/>
              </a:ext>
            </a:extLst>
          </p:cNvPr>
          <p:cNvSpPr/>
          <p:nvPr/>
        </p:nvSpPr>
        <p:spPr>
          <a:xfrm>
            <a:off x="4891287" y="4354445"/>
            <a:ext cx="124252" cy="127333"/>
          </a:xfrm>
          <a:prstGeom prst="roundRect">
            <a:avLst/>
          </a:prstGeom>
          <a:solidFill>
            <a:schemeClr val="bg2">
              <a:lumMod val="10000"/>
              <a:alpha val="38039"/>
            </a:scheme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067B3201-09F4-C81F-008F-01F8FF7F1655}"/>
              </a:ext>
            </a:extLst>
          </p:cNvPr>
          <p:cNvSpPr/>
          <p:nvPr/>
        </p:nvSpPr>
        <p:spPr>
          <a:xfrm>
            <a:off x="4891287" y="4167289"/>
            <a:ext cx="124252" cy="127333"/>
          </a:xfrm>
          <a:prstGeom prst="roundRect">
            <a:avLst/>
          </a:prstGeom>
          <a:solidFill>
            <a:srgbClr val="7030A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CE9A223-0603-7E71-6EAA-CD5931B6D1EF}"/>
              </a:ext>
            </a:extLst>
          </p:cNvPr>
          <p:cNvSpPr/>
          <p:nvPr/>
        </p:nvSpPr>
        <p:spPr>
          <a:xfrm>
            <a:off x="4500909" y="4169238"/>
            <a:ext cx="124252" cy="127333"/>
          </a:xfrm>
          <a:prstGeom prst="roundRect">
            <a:avLst/>
          </a:prstGeom>
          <a:solidFill>
            <a:srgbClr val="7030A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DEDEEDB-FF2C-5F09-7976-E57639916BC9}"/>
              </a:ext>
            </a:extLst>
          </p:cNvPr>
          <p:cNvSpPr/>
          <p:nvPr/>
        </p:nvSpPr>
        <p:spPr>
          <a:xfrm>
            <a:off x="4115770" y="3602445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38D4FBD-8E52-0C94-C9C0-12BF399E260E}"/>
              </a:ext>
            </a:extLst>
          </p:cNvPr>
          <p:cNvSpPr/>
          <p:nvPr/>
        </p:nvSpPr>
        <p:spPr>
          <a:xfrm>
            <a:off x="4115770" y="3786833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BF50F52-98AD-A2CA-199D-F2DB0A55CE40}"/>
              </a:ext>
            </a:extLst>
          </p:cNvPr>
          <p:cNvSpPr/>
          <p:nvPr/>
        </p:nvSpPr>
        <p:spPr>
          <a:xfrm>
            <a:off x="4115770" y="4164548"/>
            <a:ext cx="124252" cy="127333"/>
          </a:xfrm>
          <a:prstGeom prst="roundRect">
            <a:avLst/>
          </a:prstGeom>
          <a:solidFill>
            <a:srgbClr val="0095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904A6C69-7493-3F58-A785-0CF80A530DC8}"/>
              </a:ext>
            </a:extLst>
          </p:cNvPr>
          <p:cNvSpPr/>
          <p:nvPr/>
        </p:nvSpPr>
        <p:spPr>
          <a:xfrm>
            <a:off x="4115770" y="3979304"/>
            <a:ext cx="124252" cy="127333"/>
          </a:xfrm>
          <a:prstGeom prst="roundRect">
            <a:avLst/>
          </a:prstGeom>
          <a:solidFill>
            <a:srgbClr val="0095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481F02D-DCD1-797D-1CE9-C03AB1AEB7F3}"/>
              </a:ext>
            </a:extLst>
          </p:cNvPr>
          <p:cNvSpPr/>
          <p:nvPr/>
        </p:nvSpPr>
        <p:spPr>
          <a:xfrm>
            <a:off x="4115770" y="4349792"/>
            <a:ext cx="124252" cy="127333"/>
          </a:xfrm>
          <a:prstGeom prst="roundRect">
            <a:avLst/>
          </a:prstGeom>
          <a:solidFill>
            <a:srgbClr val="F00095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28A443EF-C504-B263-6713-6BF7718E905C}"/>
              </a:ext>
            </a:extLst>
          </p:cNvPr>
          <p:cNvSpPr/>
          <p:nvPr/>
        </p:nvSpPr>
        <p:spPr>
          <a:xfrm>
            <a:off x="4306752" y="4351837"/>
            <a:ext cx="124252" cy="127333"/>
          </a:xfrm>
          <a:prstGeom prst="roundRect">
            <a:avLst/>
          </a:prstGeom>
          <a:solidFill>
            <a:srgbClr val="F00095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915B6DC-038E-BD40-25B3-AAD32792F093}"/>
              </a:ext>
            </a:extLst>
          </p:cNvPr>
          <p:cNvSpPr/>
          <p:nvPr/>
        </p:nvSpPr>
        <p:spPr>
          <a:xfrm>
            <a:off x="4503260" y="4353391"/>
            <a:ext cx="124252" cy="127333"/>
          </a:xfrm>
          <a:prstGeom prst="roundRect">
            <a:avLst/>
          </a:prstGeom>
          <a:solidFill>
            <a:srgbClr val="C2281C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54618643-2250-0248-84C9-02B28AC49E98}"/>
              </a:ext>
            </a:extLst>
          </p:cNvPr>
          <p:cNvSpPr/>
          <p:nvPr/>
        </p:nvSpPr>
        <p:spPr>
          <a:xfrm>
            <a:off x="4503260" y="3981834"/>
            <a:ext cx="124252" cy="127333"/>
          </a:xfrm>
          <a:prstGeom prst="roundRect">
            <a:avLst/>
          </a:prstGeom>
          <a:solidFill>
            <a:srgbClr val="C2281C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9B67BF25-A6B9-932F-483C-7B999FD8B97D}"/>
              </a:ext>
            </a:extLst>
          </p:cNvPr>
          <p:cNvSpPr/>
          <p:nvPr/>
        </p:nvSpPr>
        <p:spPr>
          <a:xfrm>
            <a:off x="4890750" y="3979304"/>
            <a:ext cx="124252" cy="127333"/>
          </a:xfrm>
          <a:prstGeom prst="roundRect">
            <a:avLst/>
          </a:prstGeom>
          <a:solidFill>
            <a:srgbClr val="000FBB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505D347B-AAD3-86E6-A901-9F17528DCE8A}"/>
              </a:ext>
            </a:extLst>
          </p:cNvPr>
          <p:cNvSpPr/>
          <p:nvPr/>
        </p:nvSpPr>
        <p:spPr>
          <a:xfrm>
            <a:off x="4890750" y="3799417"/>
            <a:ext cx="124252" cy="127333"/>
          </a:xfrm>
          <a:prstGeom prst="roundRect">
            <a:avLst/>
          </a:prstGeom>
          <a:solidFill>
            <a:srgbClr val="000FBB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0244DEDB-E8C4-5537-18CA-D99B484D0A39}"/>
              </a:ext>
            </a:extLst>
          </p:cNvPr>
          <p:cNvSpPr/>
          <p:nvPr/>
        </p:nvSpPr>
        <p:spPr>
          <a:xfrm>
            <a:off x="4505734" y="3792938"/>
            <a:ext cx="124252" cy="127333"/>
          </a:xfrm>
          <a:prstGeom prst="roundRect">
            <a:avLst/>
          </a:prstGeom>
          <a:solidFill>
            <a:srgbClr val="00DFD2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74A1974B-EB7E-BBBA-F6E7-F9DE7B58AD2C}"/>
              </a:ext>
            </a:extLst>
          </p:cNvPr>
          <p:cNvSpPr/>
          <p:nvPr/>
        </p:nvSpPr>
        <p:spPr>
          <a:xfrm>
            <a:off x="4697599" y="3601473"/>
            <a:ext cx="124252" cy="127333"/>
          </a:xfrm>
          <a:prstGeom prst="roundRect">
            <a:avLst/>
          </a:prstGeom>
          <a:solidFill>
            <a:srgbClr val="00DFD2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2A18A64E-DB9B-0CF8-6D2D-3A823AD97036}"/>
              </a:ext>
            </a:extLst>
          </p:cNvPr>
          <p:cNvSpPr/>
          <p:nvPr/>
        </p:nvSpPr>
        <p:spPr>
          <a:xfrm>
            <a:off x="4887622" y="3612204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F4A33DD-3D01-93BB-01FF-9AAA84D513DD}"/>
              </a:ext>
            </a:extLst>
          </p:cNvPr>
          <p:cNvSpPr/>
          <p:nvPr/>
        </p:nvSpPr>
        <p:spPr>
          <a:xfrm>
            <a:off x="4695490" y="4164791"/>
            <a:ext cx="124252" cy="127333"/>
          </a:xfrm>
          <a:prstGeom prst="roundRect">
            <a:avLst/>
          </a:prstGeom>
          <a:solidFill>
            <a:srgbClr val="859300">
              <a:alpha val="38039"/>
            </a:srgbClr>
          </a:solidFill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A35E794-FC5C-DD7F-7263-3C57DAAAC6ED}"/>
              </a:ext>
            </a:extLst>
          </p:cNvPr>
          <p:cNvSpPr txBox="1"/>
          <p:nvPr/>
        </p:nvSpPr>
        <p:spPr>
          <a:xfrm>
            <a:off x="5198060" y="4001143"/>
            <a:ext cx="34339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Fermionic pairing is </a:t>
            </a:r>
            <a:r>
              <a:rPr lang="en-US" sz="2000" b="1" i="1" dirty="0"/>
              <a:t>adaptively</a:t>
            </a:r>
          </a:p>
          <a:p>
            <a:pPr algn="ctr"/>
            <a:r>
              <a:rPr lang="en-US" sz="2000" b="1" i="1" dirty="0"/>
              <a:t>chosen!</a:t>
            </a:r>
            <a:endParaRPr lang="en-US" sz="2000" b="1" dirty="0"/>
          </a:p>
        </p:txBody>
      </p:sp>
      <p:pic>
        <p:nvPicPr>
          <p:cNvPr id="69" name="Picture 68" descr="A black letter on a white background&#10;&#10;AI-generated content may be incorrect.">
            <a:extLst>
              <a:ext uri="{FF2B5EF4-FFF2-40B4-BE49-F238E27FC236}">
                <a16:creationId xmlns:a16="http://schemas.microsoft.com/office/drawing/2014/main" id="{5A2B56FC-8BA4-DF2F-08DA-F44CB3DC63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131" y="5768719"/>
            <a:ext cx="208699" cy="262664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9AB957EC-13EB-7A3B-CE5D-758270F921B0}"/>
              </a:ext>
            </a:extLst>
          </p:cNvPr>
          <p:cNvSpPr/>
          <p:nvPr/>
        </p:nvSpPr>
        <p:spPr>
          <a:xfrm>
            <a:off x="4367894" y="4992029"/>
            <a:ext cx="667429" cy="2529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riangle 71">
            <a:extLst>
              <a:ext uri="{FF2B5EF4-FFF2-40B4-BE49-F238E27FC236}">
                <a16:creationId xmlns:a16="http://schemas.microsoft.com/office/drawing/2014/main" id="{6DA5648E-F65C-1EC2-AC4B-4CE7EB020C92}"/>
              </a:ext>
            </a:extLst>
          </p:cNvPr>
          <p:cNvSpPr/>
          <p:nvPr/>
        </p:nvSpPr>
        <p:spPr>
          <a:xfrm rot="16520602">
            <a:off x="4984814" y="5181971"/>
            <a:ext cx="88894" cy="68072"/>
          </a:xfrm>
          <a:prstGeom prst="triangl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B4F8E59-2D04-E326-318C-ADF2B344EE10}"/>
              </a:ext>
            </a:extLst>
          </p:cNvPr>
          <p:cNvSpPr txBox="1"/>
          <p:nvPr/>
        </p:nvSpPr>
        <p:spPr>
          <a:xfrm>
            <a:off x="4357503" y="4585846"/>
            <a:ext cx="63373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/>
              <a:t>…</a:t>
            </a:r>
          </a:p>
        </p:txBody>
      </p:sp>
      <p:sp>
        <p:nvSpPr>
          <p:cNvPr id="73" name="Freeform 72">
            <a:extLst>
              <a:ext uri="{FF2B5EF4-FFF2-40B4-BE49-F238E27FC236}">
                <a16:creationId xmlns:a16="http://schemas.microsoft.com/office/drawing/2014/main" id="{127E9B05-548B-8E3B-0DA4-EA58CBB5ACFD}"/>
              </a:ext>
            </a:extLst>
          </p:cNvPr>
          <p:cNvSpPr/>
          <p:nvPr/>
        </p:nvSpPr>
        <p:spPr>
          <a:xfrm>
            <a:off x="2651146" y="2512194"/>
            <a:ext cx="6120307" cy="1453414"/>
          </a:xfrm>
          <a:custGeom>
            <a:avLst/>
            <a:gdLst>
              <a:gd name="connsiteX0" fmla="*/ 2348564 w 5912272"/>
              <a:gd name="connsiteY0" fmla="*/ 1376412 h 1376412"/>
              <a:gd name="connsiteX1" fmla="*/ 5861786 w 5912272"/>
              <a:gd name="connsiteY1" fmla="*/ 885524 h 1376412"/>
              <a:gd name="connsiteX2" fmla="*/ 0 w 5912272"/>
              <a:gd name="connsiteY2" fmla="*/ 0 h 1376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12272" h="1376412">
                <a:moveTo>
                  <a:pt x="2348564" y="1376412"/>
                </a:moveTo>
                <a:cubicBezTo>
                  <a:pt x="4300888" y="1245669"/>
                  <a:pt x="6253213" y="1114926"/>
                  <a:pt x="5861786" y="885524"/>
                </a:cubicBezTo>
                <a:cubicBezTo>
                  <a:pt x="5470359" y="656122"/>
                  <a:pt x="962526" y="144379"/>
                  <a:pt x="0" y="0"/>
                </a:cubicBezTo>
              </a:path>
            </a:pathLst>
          </a:custGeom>
          <a:noFill/>
          <a:ln w="34925"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2673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B9095-9452-ACA3-3CA0-97F1E90B7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488A4-89E1-2383-4D28-F211BE57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B1645-54B5-1B76-1CBD-A2AF16F19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Convex-</a:t>
            </a:r>
            <a:r>
              <a:rPr lang="en-US" dirty="0" err="1"/>
              <a:t>Gaussianity</a:t>
            </a:r>
            <a:r>
              <a:rPr lang="en-US" dirty="0"/>
              <a:t> in weakly interacting systems?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lvl="1"/>
            <a:r>
              <a:rPr lang="en-US" dirty="0"/>
              <a:t>For any temperature, varying interaction strength 𝜀, when does the Gibbs state become convex-Gaussian?</a:t>
            </a:r>
          </a:p>
          <a:p>
            <a:pPr lvl="1"/>
            <a:r>
              <a:rPr lang="en-US" dirty="0"/>
              <a:t>Is there a difference with spin systems here?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49DA47-2481-E6AD-B9DF-50112D3FF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2767" y="2648198"/>
            <a:ext cx="2282079" cy="360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36845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4F733-271C-FCA8-38B5-D4843C4B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E7E10-FA6B-DC33-B718-C4439DF8C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36" y="2923123"/>
            <a:ext cx="7261328" cy="1011754"/>
          </a:xfrm>
        </p:spPr>
        <p:txBody>
          <a:bodyPr/>
          <a:lstStyle/>
          <a:p>
            <a:r>
              <a:rPr lang="en-US" dirty="0"/>
              <a:t>Thank you! Questions?</a:t>
            </a:r>
          </a:p>
        </p:txBody>
      </p:sp>
    </p:spTree>
    <p:extLst>
      <p:ext uri="{BB962C8B-B14F-4D97-AF65-F5344CB8AC3E}">
        <p14:creationId xmlns:p14="http://schemas.microsoft.com/office/powerpoint/2010/main" val="36721506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35950</TotalTime>
  <Words>1019</Words>
  <Application>Microsoft Macintosh PowerPoint</Application>
  <PresentationFormat>On-screen Show (4:3)</PresentationFormat>
  <Paragraphs>263</Paragraphs>
  <Slides>57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Aptos</vt:lpstr>
      <vt:lpstr>Arial</vt:lpstr>
      <vt:lpstr>Calibri</vt:lpstr>
      <vt:lpstr>Calibri Light</vt:lpstr>
      <vt:lpstr>Cambria Math</vt:lpstr>
      <vt:lpstr>Office Theme</vt:lpstr>
      <vt:lpstr>High-Temperature Fermionic Gibbs States are Convex-Gaussian</vt:lpstr>
      <vt:lpstr>Outline</vt:lpstr>
      <vt:lpstr>Outline</vt:lpstr>
      <vt:lpstr>Outline</vt:lpstr>
      <vt:lpstr>Outline</vt:lpstr>
      <vt:lpstr>Gibbs States</vt:lpstr>
      <vt:lpstr>Gibbs State of Hamiltonian H</vt:lpstr>
      <vt:lpstr>Why the Gibbs state?</vt:lpstr>
      <vt:lpstr>Why the Gibbs state?</vt:lpstr>
      <vt:lpstr>Why the Gibbs state?</vt:lpstr>
      <vt:lpstr>Why the Gibbs state?</vt:lpstr>
      <vt:lpstr>Unentangled States</vt:lpstr>
      <vt:lpstr>Unentangled States</vt:lpstr>
      <vt:lpstr>Unentangled States</vt:lpstr>
      <vt:lpstr>So… are Gibbs states entangled?</vt:lpstr>
      <vt:lpstr>So… are Gibbs states entangled?</vt:lpstr>
      <vt:lpstr>So… are Gibbs states entangled?</vt:lpstr>
      <vt:lpstr>So… are Gibbs states entangled?</vt:lpstr>
      <vt:lpstr>Local Hamiltonians (R, d)</vt:lpstr>
      <vt:lpstr>Death of Entanglement</vt:lpstr>
      <vt:lpstr>Death of Entanglement</vt:lpstr>
      <vt:lpstr>Fermionic Systems</vt:lpstr>
      <vt:lpstr>Majorana Operators</vt:lpstr>
      <vt:lpstr>Majorana Operators</vt:lpstr>
      <vt:lpstr>Majorana Operators</vt:lpstr>
      <vt:lpstr>Majorana Operators</vt:lpstr>
      <vt:lpstr>Majorana Operators</vt:lpstr>
      <vt:lpstr>Majorana Operators</vt:lpstr>
      <vt:lpstr>Pure Gaussian States</vt:lpstr>
      <vt:lpstr>Pure Gaussian States</vt:lpstr>
      <vt:lpstr>Pure Gaussian States</vt:lpstr>
      <vt:lpstr>Pure Gaussian States</vt:lpstr>
      <vt:lpstr>Pure Gaussian States</vt:lpstr>
      <vt:lpstr>Pure Gaussian States</vt:lpstr>
      <vt:lpstr>Pure Gaussian States</vt:lpstr>
      <vt:lpstr>Pure Gaussian States</vt:lpstr>
      <vt:lpstr>Pure Gaussian States</vt:lpstr>
      <vt:lpstr>Pure Gaussian States</vt:lpstr>
      <vt:lpstr>Local Hamiltonians (R, d)</vt:lpstr>
      <vt:lpstr>Main Result</vt:lpstr>
      <vt:lpstr>Observations</vt:lpstr>
      <vt:lpstr>Observations</vt:lpstr>
      <vt:lpstr>Observations</vt:lpstr>
      <vt:lpstr>Proof Ideas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Extending to the Gibbs State</vt:lpstr>
      <vt:lpstr>Further Work</vt:lpstr>
      <vt:lpstr>Thank you!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Lan, Dennis Y.</dc:creator>
  <cp:lastModifiedBy>Ramkumar, Akshar D. (Akshar)</cp:lastModifiedBy>
  <cp:revision>61</cp:revision>
  <cp:lastPrinted>2026-01-24T05:41:46Z</cp:lastPrinted>
  <dcterms:created xsi:type="dcterms:W3CDTF">2022-03-09T23:33:42Z</dcterms:created>
  <dcterms:modified xsi:type="dcterms:W3CDTF">2026-05-06T20:49:11Z</dcterms:modified>
</cp:coreProperties>
</file>